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12" r:id="rId1"/>
    <p:sldMasterId id="2147483810" r:id="rId2"/>
  </p:sldMasterIdLst>
  <p:notesMasterIdLst>
    <p:notesMasterId r:id="rId10"/>
  </p:notesMasterIdLst>
  <p:sldIdLst>
    <p:sldId id="259" r:id="rId3"/>
    <p:sldId id="261" r:id="rId4"/>
    <p:sldId id="263" r:id="rId5"/>
    <p:sldId id="264" r:id="rId6"/>
    <p:sldId id="266" r:id="rId7"/>
    <p:sldId id="267" r:id="rId8"/>
    <p:sldId id="260" r:id="rId9"/>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E7F4"/>
    <a:srgbClr val="2774AE"/>
    <a:srgbClr val="FC28FC"/>
    <a:srgbClr val="898989"/>
    <a:srgbClr val="DBE7F5"/>
    <a:srgbClr val="58595B"/>
    <a:srgbClr val="D2DDE8"/>
    <a:srgbClr val="2C75AC"/>
    <a:srgbClr val="0057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93"/>
    <p:restoredTop sz="94663"/>
  </p:normalViewPr>
  <p:slideViewPr>
    <p:cSldViewPr snapToGrid="0" snapToObjects="1">
      <p:cViewPr varScale="1">
        <p:scale>
          <a:sx n="156" d="100"/>
          <a:sy n="156" d="100"/>
        </p:scale>
        <p:origin x="584" y="168"/>
      </p:cViewPr>
      <p:guideLst/>
    </p:cSldViewPr>
  </p:slideViewPr>
  <p:notesTextViewPr>
    <p:cViewPr>
      <p:scale>
        <a:sx n="1" d="1"/>
        <a:sy n="1" d="1"/>
      </p:scale>
      <p:origin x="0" y="0"/>
    </p:cViewPr>
  </p:notesTextViewPr>
  <p:notesViewPr>
    <p:cSldViewPr snapToGrid="0" snapToObjects="1" showGuides="1">
      <p:cViewPr varScale="1">
        <p:scale>
          <a:sx n="129" d="100"/>
          <a:sy n="129" d="100"/>
        </p:scale>
        <p:origin x="328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3A5E37-3A67-EE46-AE6F-745A0EEF17F3}" type="datetimeFigureOut">
              <a:rPr lang="en-US" smtClean="0"/>
              <a:t>5/3/26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2D2381-FA7F-3B4F-861F-D0662239D2ED}" type="slidenum">
              <a:rPr lang="en-US" smtClean="0"/>
              <a:t>‹#›</a:t>
            </a:fld>
            <a:endParaRPr lang="en-US"/>
          </a:p>
        </p:txBody>
      </p:sp>
    </p:spTree>
    <p:extLst>
      <p:ext uri="{BB962C8B-B14F-4D97-AF65-F5344CB8AC3E}">
        <p14:creationId xmlns:p14="http://schemas.microsoft.com/office/powerpoint/2010/main" val="19964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12331DAD-76C8-D143-940A-1249F810C751}"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5" name="Background">
            <a:extLst>
              <a:ext uri="{FF2B5EF4-FFF2-40B4-BE49-F238E27FC236}">
                <a16:creationId xmlns:a16="http://schemas.microsoft.com/office/drawing/2014/main" id="{4C1E4286-FD2F-814C-A4E5-B50094C0B6DB}"/>
              </a:ext>
            </a:extLst>
          </p:cNvPr>
          <p:cNvSpPr>
            <a:spLocks noChangeAspect="1"/>
          </p:cNvSpPr>
          <p:nvPr/>
        </p:nvSpPr>
        <p:spPr>
          <a:xfrm>
            <a:off x="0" y="0"/>
            <a:ext cx="9144000" cy="51513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640080" y="4663440"/>
            <a:ext cx="4674165" cy="167033"/>
          </a:xfrm>
          <a:prstGeom prst="rect">
            <a:avLst/>
          </a:prstGeom>
        </p:spPr>
        <p:txBody>
          <a:bodyPr wrap="none" lIns="9144" tIns="0" bIns="0" anchor="b" anchorCtr="0">
            <a:spAutoFit/>
          </a:bodyPr>
          <a:lstStyle>
            <a:lvl1pPr marL="0" indent="0">
              <a:spcBef>
                <a:spcPts val="300"/>
              </a:spcBef>
              <a:buFontTx/>
              <a:buNone/>
              <a:defRPr sz="1200" b="0" i="0">
                <a:solidFill>
                  <a:srgbClr val="898989"/>
                </a:solidFill>
                <a:latin typeface="Helvetica Regular" pitchFamily="2" charset="0"/>
              </a:defRPr>
            </a:lvl1pPr>
            <a:lvl2pPr>
              <a:defRPr sz="1200"/>
            </a:lvl2pPr>
            <a:lvl3pPr>
              <a:defRPr sz="1200"/>
            </a:lvl3pPr>
            <a:lvl4pPr>
              <a:defRPr sz="1200"/>
            </a:lvl4pPr>
            <a:lvl5pPr>
              <a:defRPr sz="1200"/>
            </a:lvl5pPr>
          </a:lstStyle>
          <a:p>
            <a:r>
              <a:rPr lang="en-US" sz="1200" dirty="0">
                <a:solidFill>
                  <a:srgbClr val="58595B"/>
                </a:solidFill>
                <a:latin typeface="Helvetica" pitchFamily="2" charset="0"/>
              </a:rPr>
              <a:t>Portfolio Risk Stress-Tester, Department of Statistics &amp; Data Science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640080" y="4480496"/>
            <a:ext cx="789062" cy="167097"/>
          </a:xfrm>
          <a:prstGeom prst="rect">
            <a:avLst/>
          </a:prstGeom>
        </p:spPr>
        <p:txBody>
          <a:bodyPr wrap="none" lIns="9144" tIns="0" bIns="0" anchor="b" anchorCtr="0">
            <a:spAutoFit/>
          </a:bodyPr>
          <a:lstStyle>
            <a:lvl1pPr marL="0" indent="0">
              <a:spcBef>
                <a:spcPts val="300"/>
              </a:spcBef>
              <a:buFontTx/>
              <a:buNone/>
              <a:defRPr sz="1200" b="0" i="0">
                <a:solidFill>
                  <a:srgbClr val="898989"/>
                </a:solidFill>
                <a:latin typeface="Helvetica Regular" pitchFamily="2" charset="0"/>
              </a:defRPr>
            </a:lvl1pPr>
            <a:lvl2pPr>
              <a:defRPr sz="1200"/>
            </a:lvl2pPr>
            <a:lvl3pPr>
              <a:defRPr sz="1200"/>
            </a:lvl3pPr>
            <a:lvl4pPr>
              <a:defRPr sz="1200"/>
            </a:lvl4pPr>
            <a:lvl5pPr>
              <a:defRPr sz="1200"/>
            </a:lvl5pPr>
          </a:lstStyle>
          <a:p>
            <a:r>
              <a:rPr lang="en-US" sz="1200" dirty="0">
                <a:solidFill>
                  <a:srgbClr val="58595B"/>
                </a:solidFill>
                <a:latin typeface="Helvetica" pitchFamily="2" charset="0"/>
              </a:rPr>
              <a:t>Mark Wang</a:t>
            </a:r>
          </a:p>
        </p:txBody>
      </p:sp>
      <p:sp>
        <p:nvSpPr>
          <p:cNvPr id="15" name="Header rule">
            <a:extLst>
              <a:ext uri="{FF2B5EF4-FFF2-40B4-BE49-F238E27FC236}">
                <a16:creationId xmlns:a16="http://schemas.microsoft.com/office/drawing/2014/main" id="{9D6D4E19-3FBE-DF40-B8C1-98D35A8D9F51}"/>
              </a:ext>
            </a:extLst>
          </p:cNvPr>
          <p:cNvSpPr/>
          <p:nvPr/>
        </p:nvSpPr>
        <p:spPr>
          <a:xfrm>
            <a:off x="640080" y="301752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7" name="Header rule">
            <a:extLst>
              <a:ext uri="{FF2B5EF4-FFF2-40B4-BE49-F238E27FC236}">
                <a16:creationId xmlns:a16="http://schemas.microsoft.com/office/drawing/2014/main" id="{09B1960F-507A-E84C-8B64-1891B754A975}"/>
              </a:ext>
            </a:extLst>
          </p:cNvPr>
          <p:cNvSpPr/>
          <p:nvPr/>
        </p:nvSpPr>
        <p:spPr>
          <a:xfrm>
            <a:off x="640080" y="182880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pic>
        <p:nvPicPr>
          <p:cNvPr id="3" name="logo lockup" hidden="1">
            <a:extLst>
              <a:ext uri="{FF2B5EF4-FFF2-40B4-BE49-F238E27FC236}">
                <a16:creationId xmlns:a16="http://schemas.microsoft.com/office/drawing/2014/main" id="{A0682890-AF0C-4247-AD31-1CB6F62F7850}"/>
              </a:ext>
            </a:extLst>
          </p:cNvPr>
          <p:cNvPicPr>
            <a:picLocks noChangeAspect="1"/>
          </p:cNvPicPr>
          <p:nvPr/>
        </p:nvPicPr>
        <p:blipFill>
          <a:blip r:embed="rId2"/>
          <a:stretch>
            <a:fillRect/>
          </a:stretch>
        </p:blipFill>
        <p:spPr>
          <a:xfrm>
            <a:off x="640080" y="473625"/>
            <a:ext cx="3429000" cy="381000"/>
          </a:xfrm>
          <a:prstGeom prst="rect">
            <a:avLst/>
          </a:prstGeom>
        </p:spPr>
      </p:pic>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647698" y="476251"/>
            <a:ext cx="5564638" cy="1031639"/>
          </a:xfrm>
          <a:prstGeom prst="rect">
            <a:avLst/>
          </a:prstGeom>
        </p:spPr>
        <p:txBody>
          <a:bodyPr wrap="square" lIns="0" tIns="0" rIns="0" anchor="t" anchorCtr="0">
            <a:noAutofit/>
          </a:bodyPr>
          <a:lstStyle>
            <a:lvl1pPr marL="0" indent="0" algn="l">
              <a:buNone/>
              <a:defRPr sz="1000"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12" name="TextBox 11" hidden="1">
            <a:extLst>
              <a:ext uri="{FF2B5EF4-FFF2-40B4-BE49-F238E27FC236}">
                <a16:creationId xmlns:a16="http://schemas.microsoft.com/office/drawing/2014/main" id="{992A067E-6CB9-C14C-9A18-33F98E6EF3A7}"/>
              </a:ext>
            </a:extLst>
          </p:cNvPr>
          <p:cNvSpPr txBox="1"/>
          <p:nvPr/>
        </p:nvSpPr>
        <p:spPr>
          <a:xfrm>
            <a:off x="649224" y="475488"/>
            <a:ext cx="800100" cy="374904"/>
          </a:xfrm>
          <a:prstGeom prst="rect">
            <a:avLst/>
          </a:prstGeom>
          <a:solidFill>
            <a:srgbClr val="FF00FF"/>
          </a:solidFill>
          <a:ln w="6350">
            <a:noFill/>
          </a:ln>
        </p:spPr>
        <p:txBody>
          <a:bodyPr wrap="square" lIns="18288" tIns="9144" rIns="18288" bIns="0" rtlCol="0" anchor="ctr" anchorCtr="1">
            <a:normAutofit fontScale="92500" lnSpcReduction="20000"/>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solidFill>
                  <a:schemeClr val="bg1"/>
                </a:solidFill>
              </a:rPr>
              <a:t>Resize the UCLA logo to match the size &amp; position of this box</a:t>
            </a:r>
          </a:p>
        </p:txBody>
      </p:sp>
      <p:sp>
        <p:nvSpPr>
          <p:cNvPr id="6" name="Text Placeholder 5">
            <a:extLst>
              <a:ext uri="{FF2B5EF4-FFF2-40B4-BE49-F238E27FC236}">
                <a16:creationId xmlns:a16="http://schemas.microsoft.com/office/drawing/2014/main" id="{D1A3CCD6-7C87-3540-AD4F-C4E375A40A67}"/>
              </a:ext>
            </a:extLst>
          </p:cNvPr>
          <p:cNvSpPr>
            <a:spLocks noGrp="1"/>
          </p:cNvSpPr>
          <p:nvPr>
            <p:ph type="body" sz="quarter" idx="25" hasCustomPrompt="1"/>
          </p:nvPr>
        </p:nvSpPr>
        <p:spPr>
          <a:xfrm>
            <a:off x="640080" y="1645920"/>
            <a:ext cx="3383280" cy="91440"/>
          </a:xfrm>
          <a:prstGeom prst="rect">
            <a:avLst/>
          </a:prstGeom>
        </p:spPr>
        <p:txBody>
          <a:bodyPr wrap="none" lIns="18288">
            <a:spAutoFit/>
          </a:bodyPr>
          <a:lstStyle>
            <a:lvl1pPr marL="0" indent="0">
              <a:buNone/>
              <a:defRPr sz="800" cap="all" baseline="0">
                <a:latin typeface="+mn-lt"/>
              </a:defRPr>
            </a:lvl1pPr>
            <a:lvl2pPr marL="0" indent="0">
              <a:buFont typeface="Arial" panose="020B0604020202020204" pitchFamily="34" charset="0"/>
              <a:buNone/>
              <a:defRPr sz="800">
                <a:latin typeface="+mn-lt"/>
              </a:defRPr>
            </a:lvl2pPr>
            <a:lvl3pPr marL="363474" indent="0">
              <a:buNone/>
              <a:defRPr sz="800">
                <a:latin typeface="+mn-lt"/>
              </a:defRPr>
            </a:lvl3pPr>
            <a:lvl4pPr marL="0" indent="0">
              <a:buNone/>
              <a:defRPr sz="800">
                <a:latin typeface="+mn-lt"/>
              </a:defRPr>
            </a:lvl4pPr>
            <a:lvl5pPr marL="0" indent="0">
              <a:buNone/>
              <a:defRPr sz="800">
                <a:latin typeface="+mn-lt"/>
              </a:defRPr>
            </a:lvl5pPr>
          </a:lstStyle>
          <a:p>
            <a:pPr lvl="0"/>
            <a:r>
              <a:rPr lang="en-US" dirty="0"/>
              <a:t>JOB # GOES HERE [REMOVE FOR LIVE AUDIENCE PRESENTATION]</a:t>
            </a:r>
          </a:p>
        </p:txBody>
      </p:sp>
      <p:sp>
        <p:nvSpPr>
          <p:cNvPr id="2" name="TextBox 1">
            <a:extLst>
              <a:ext uri="{FF2B5EF4-FFF2-40B4-BE49-F238E27FC236}">
                <a16:creationId xmlns:a16="http://schemas.microsoft.com/office/drawing/2014/main" id="{E2AB141D-50D8-B545-AC99-DA856384CC54}"/>
              </a:ext>
            </a:extLst>
          </p:cNvPr>
          <p:cNvSpPr txBox="1"/>
          <p:nvPr/>
        </p:nvSpPr>
        <p:spPr>
          <a:xfrm>
            <a:off x="6594764" y="304800"/>
            <a:ext cx="1427018" cy="1373504"/>
          </a:xfrm>
          <a:prstGeom prst="rect">
            <a:avLst/>
          </a:prstGeom>
          <a:noFill/>
        </p:spPr>
        <p:txBody>
          <a:bodyPr wrap="square" rtlCol="0">
            <a:spAutoFit/>
          </a:bodyPr>
          <a:lstStyle/>
          <a:p>
            <a:endParaRPr lang="en-US" dirty="0"/>
          </a:p>
        </p:txBody>
      </p:sp>
      <p:sp>
        <p:nvSpPr>
          <p:cNvPr id="10" name="Text Placeholder 9">
            <a:extLst>
              <a:ext uri="{FF2B5EF4-FFF2-40B4-BE49-F238E27FC236}">
                <a16:creationId xmlns:a16="http://schemas.microsoft.com/office/drawing/2014/main" id="{E60C41A6-45A6-5B44-9CEC-EBB9C50F73C1}"/>
              </a:ext>
            </a:extLst>
          </p:cNvPr>
          <p:cNvSpPr>
            <a:spLocks noGrp="1"/>
          </p:cNvSpPr>
          <p:nvPr>
            <p:ph type="body" sz="quarter" idx="27" hasCustomPrompt="1"/>
          </p:nvPr>
        </p:nvSpPr>
        <p:spPr>
          <a:xfrm>
            <a:off x="3529852" y="3192476"/>
            <a:ext cx="4882627" cy="25000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1. GUIDES – To make sure guides are visible, inside the View ribbon, click the Guides checkbox. Then click the icon inside the picture frame to add your logo.</a:t>
            </a:r>
          </a:p>
        </p:txBody>
      </p:sp>
      <p:sp>
        <p:nvSpPr>
          <p:cNvPr id="22" name="Text Placeholder 9">
            <a:extLst>
              <a:ext uri="{FF2B5EF4-FFF2-40B4-BE49-F238E27FC236}">
                <a16:creationId xmlns:a16="http://schemas.microsoft.com/office/drawing/2014/main" id="{A7DA1E21-D79E-F544-A510-7244E006EC4A}"/>
              </a:ext>
            </a:extLst>
          </p:cNvPr>
          <p:cNvSpPr>
            <a:spLocks noGrp="1"/>
          </p:cNvSpPr>
          <p:nvPr>
            <p:ph type="body" sz="quarter" idx="28" hasCustomPrompt="1"/>
          </p:nvPr>
        </p:nvSpPr>
        <p:spPr>
          <a:xfrm>
            <a:off x="3529852" y="3525422"/>
            <a:ext cx="4882627" cy="25000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2. QUALITY – For the sharpest image, we recommend selecting your logo from the </a:t>
            </a:r>
            <a:r>
              <a:rPr lang="en-US" dirty="0" err="1"/>
              <a:t>svg</a:t>
            </a:r>
            <a:r>
              <a:rPr lang="en-US" dirty="0"/>
              <a:t> folder. Insert the </a:t>
            </a:r>
            <a:r>
              <a:rPr lang="en-US" dirty="0" err="1"/>
              <a:t>Bxd-blk</a:t>
            </a:r>
            <a:r>
              <a:rPr lang="en-US" dirty="0"/>
              <a:t> or Boxed-</a:t>
            </a:r>
            <a:r>
              <a:rPr lang="en-US" dirty="0" err="1"/>
              <a:t>BlackType</a:t>
            </a:r>
            <a:r>
              <a:rPr lang="en-US" dirty="0"/>
              <a:t> version and it will appear in the picture frame.</a:t>
            </a:r>
          </a:p>
        </p:txBody>
      </p:sp>
      <p:sp>
        <p:nvSpPr>
          <p:cNvPr id="23" name="Text Placeholder 9">
            <a:extLst>
              <a:ext uri="{FF2B5EF4-FFF2-40B4-BE49-F238E27FC236}">
                <a16:creationId xmlns:a16="http://schemas.microsoft.com/office/drawing/2014/main" id="{624A8DDF-AAAB-5F4B-94B6-2B8F1EAAD0A7}"/>
              </a:ext>
            </a:extLst>
          </p:cNvPr>
          <p:cNvSpPr>
            <a:spLocks noGrp="1"/>
          </p:cNvSpPr>
          <p:nvPr>
            <p:ph type="body" sz="quarter" idx="29" hasCustomPrompt="1"/>
          </p:nvPr>
        </p:nvSpPr>
        <p:spPr>
          <a:xfrm>
            <a:off x="3529852" y="3858368"/>
            <a:ext cx="4882627" cy="716286"/>
          </a:xfrm>
          <a:prstGeom prst="rect">
            <a:avLst/>
          </a:prstGeom>
        </p:spPr>
        <p:txBody>
          <a:bodyPr lIns="0" tIns="45720" rIns="91440" bIns="4572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lvl="0"/>
            <a:r>
              <a:rPr lang="en-US" dirty="0"/>
              <a:t>3. SCALE – With the picture frame selected, inside the Graphic Format ribbon, click the Format Pane. Click the Size and Properties icon and open the Size section. Make sure the boxes for Lock aspect ratio and Relative to original picture size are checked. Click the RESET button to resize the logo in the frame. Continue resizing using the scaling arrows if necessary. The blue UCLA logo box should match up with the top and bottom guides.</a:t>
            </a:r>
          </a:p>
        </p:txBody>
      </p:sp>
      <p:sp>
        <p:nvSpPr>
          <p:cNvPr id="24" name="Text Placeholder 9">
            <a:extLst>
              <a:ext uri="{FF2B5EF4-FFF2-40B4-BE49-F238E27FC236}">
                <a16:creationId xmlns:a16="http://schemas.microsoft.com/office/drawing/2014/main" id="{780DC648-A60E-984C-B078-E1226FC92945}"/>
              </a:ext>
            </a:extLst>
          </p:cNvPr>
          <p:cNvSpPr>
            <a:spLocks noGrp="1"/>
          </p:cNvSpPr>
          <p:nvPr>
            <p:ph type="body" sz="quarter" idx="30" hasCustomPrompt="1"/>
          </p:nvPr>
        </p:nvSpPr>
        <p:spPr>
          <a:xfrm>
            <a:off x="3529852" y="4656177"/>
            <a:ext cx="4882627" cy="12535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lvl="0"/>
            <a:r>
              <a:rPr lang="en-US" dirty="0"/>
              <a:t>4. POSITION – Align the blue UCLA logo box to meet the left guide. </a:t>
            </a:r>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640080" y="1892808"/>
            <a:ext cx="7772400" cy="1102546"/>
          </a:xfrm>
          <a:prstGeom prst="rect">
            <a:avLst/>
          </a:prstGeom>
        </p:spPr>
        <p:txBody>
          <a:bodyPr wrap="square" anchor="ctr" anchorCtr="0">
            <a:spAutoFit/>
          </a:bodyPr>
          <a:lstStyle>
            <a:lvl1pPr marL="0" indent="0">
              <a:buNone/>
              <a:defRPr sz="3600" b="1">
                <a:latin typeface="+mj-lt"/>
              </a:defRPr>
            </a:lvl1pPr>
            <a:lvl2pPr marL="0" indent="0">
              <a:buFont typeface="Arial" panose="020B0604020202020204" pitchFamily="34" charset="0"/>
              <a:buNone/>
              <a:defRPr sz="3600" b="1">
                <a:latin typeface="+mj-lt"/>
              </a:defRPr>
            </a:lvl2pPr>
            <a:lvl3pPr marL="363474" indent="0">
              <a:buNone/>
              <a:defRPr sz="3600" b="1">
                <a:latin typeface="+mj-lt"/>
              </a:defRPr>
            </a:lvl3pPr>
            <a:lvl4pPr marL="0" indent="0">
              <a:buNone/>
              <a:defRPr sz="3600" b="1">
                <a:latin typeface="+mj-lt"/>
              </a:defRPr>
            </a:lvl4pPr>
            <a:lvl5pPr marL="0" indent="0">
              <a:buNone/>
              <a:defRPr sz="3600" b="1">
                <a:latin typeface="+mj-lt"/>
              </a:defRPr>
            </a:lvl5pPr>
          </a:lstStyle>
          <a:p>
            <a:pPr lvl="0"/>
            <a:r>
              <a:rPr lang="en-US" dirty="0"/>
              <a:t>Presentation Opener Title</a:t>
            </a:r>
          </a:p>
          <a:p>
            <a:pPr lvl="0"/>
            <a:r>
              <a:rPr lang="en-US" dirty="0"/>
              <a:t>Goes Here</a:t>
            </a:r>
          </a:p>
        </p:txBody>
      </p:sp>
      <p:sp>
        <p:nvSpPr>
          <p:cNvPr id="19" name="TextBox 18" hidden="1">
            <a:extLst>
              <a:ext uri="{FF2B5EF4-FFF2-40B4-BE49-F238E27FC236}">
                <a16:creationId xmlns:a16="http://schemas.microsoft.com/office/drawing/2014/main" id="{DAEABCCE-008D-444A-9E36-5D3414A07090}"/>
              </a:ext>
            </a:extLst>
          </p:cNvPr>
          <p:cNvSpPr txBox="1"/>
          <p:nvPr/>
        </p:nvSpPr>
        <p:spPr>
          <a:xfrm>
            <a:off x="649224" y="475488"/>
            <a:ext cx="800100" cy="374904"/>
          </a:xfrm>
          <a:prstGeom prst="rect">
            <a:avLst/>
          </a:prstGeom>
          <a:solidFill>
            <a:srgbClr val="FF00FF"/>
          </a:solidFill>
          <a:ln w="6350">
            <a:noFill/>
          </a:ln>
        </p:spPr>
        <p:txBody>
          <a:bodyPr wrap="square" lIns="18288" tIns="9144" rIns="18288" bIns="0" rtlCol="0" anchor="ctr" anchorCtr="1">
            <a:normAutofit fontScale="92500" lnSpcReduction="20000"/>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solidFill>
                  <a:schemeClr val="bg1"/>
                </a:solidFill>
              </a:rPr>
              <a:t>Resize the UCLA logo to match the size &amp; position of this box</a:t>
            </a:r>
          </a:p>
        </p:txBody>
      </p:sp>
      <p:sp>
        <p:nvSpPr>
          <p:cNvPr id="20" name="TextBox 19">
            <a:extLst>
              <a:ext uri="{FF2B5EF4-FFF2-40B4-BE49-F238E27FC236}">
                <a16:creationId xmlns:a16="http://schemas.microsoft.com/office/drawing/2014/main" id="{7B98486D-C649-D848-B5F6-E86CD5336334}"/>
              </a:ext>
            </a:extLst>
          </p:cNvPr>
          <p:cNvSpPr txBox="1"/>
          <p:nvPr/>
        </p:nvSpPr>
        <p:spPr>
          <a:xfrm>
            <a:off x="6594764" y="304800"/>
            <a:ext cx="1427018" cy="1373504"/>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167777195"/>
      </p:ext>
    </p:extLst>
  </p:cSld>
  <p:clrMapOvr>
    <a:masterClrMapping/>
  </p:clrMapOvr>
  <p:extLst>
    <p:ext uri="{DCECCB84-F9BA-43D5-87BE-67443E8EF086}">
      <p15:sldGuideLst xmlns:p15="http://schemas.microsoft.com/office/powerpoint/2012/main">
        <p15:guide id="5" orient="horz" pos="300">
          <p15:clr>
            <a:srgbClr val="FBAE40"/>
          </p15:clr>
        </p15:guide>
        <p15:guide id="6" orient="horz" pos="540">
          <p15:clr>
            <a:srgbClr val="FBAE40"/>
          </p15:clr>
        </p15:guide>
        <p15:guide id="7" pos="4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3113960386"/>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77AD0DB-988E-4E4A-9FF3-E2C69BC94326}"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ext Placeholder 3">
            <a:extLst>
              <a:ext uri="{FF2B5EF4-FFF2-40B4-BE49-F238E27FC236}">
                <a16:creationId xmlns:a16="http://schemas.microsoft.com/office/drawing/2014/main" id="{DF2C5F55-93C0-9344-9E3D-94935F3D2760}"/>
              </a:ext>
            </a:extLst>
          </p:cNvPr>
          <p:cNvSpPr>
            <a:spLocks noGrp="1"/>
          </p:cNvSpPr>
          <p:nvPr>
            <p:ph type="body" sz="quarter" idx="20" hasCustomPrompt="1"/>
          </p:nvPr>
        </p:nvSpPr>
        <p:spPr>
          <a:xfrm>
            <a:off x="640079" y="2651760"/>
            <a:ext cx="7772400" cy="274320"/>
          </a:xfrm>
          <a:prstGeom prst="rect">
            <a:avLst/>
          </a:prstGeom>
        </p:spPr>
        <p:txBody>
          <a:bodyPr>
            <a:spAutoFit/>
          </a:bodyPr>
          <a:lstStyle>
            <a:lvl1pPr marL="0" indent="0">
              <a:buFontTx/>
              <a:buNone/>
              <a:defRPr sz="1600" b="1" i="0" cap="all" baseline="0">
                <a:latin typeface="Helvetica" pitchFamily="2" charset="0"/>
              </a:defRPr>
            </a:lvl1pPr>
            <a:lvl2pPr>
              <a:buFontTx/>
              <a:buNone/>
              <a:defRPr b="1"/>
            </a:lvl2pPr>
            <a:lvl3pPr marL="685800" indent="0">
              <a:buFontTx/>
              <a:buNone/>
              <a:defRPr b="1"/>
            </a:lvl3pPr>
            <a:lvl4pPr marL="1028700" indent="0">
              <a:buFontTx/>
              <a:buNone/>
              <a:defRPr b="1"/>
            </a:lvl4pPr>
            <a:lvl5pPr marL="1371600" indent="0">
              <a:buFontTx/>
              <a:buNone/>
              <a:defRPr b="1"/>
            </a:lvl5pPr>
          </a:lstStyle>
          <a:p>
            <a:pPr lvl="0"/>
            <a:r>
              <a:rPr lang="en-US" dirty="0"/>
              <a:t>ADDITIONAL TEXT GOES HERE </a:t>
            </a:r>
          </a:p>
        </p:txBody>
      </p:sp>
      <p:sp>
        <p:nvSpPr>
          <p:cNvPr id="3" name="TextBox 2">
            <a:extLst>
              <a:ext uri="{FF2B5EF4-FFF2-40B4-BE49-F238E27FC236}">
                <a16:creationId xmlns:a16="http://schemas.microsoft.com/office/drawing/2014/main" id="{5F64B9DE-6557-C54A-BF36-8E798604EA3F}"/>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sp>
        <p:nvSpPr>
          <p:cNvPr id="7" name="Header rule">
            <a:extLst>
              <a:ext uri="{FF2B5EF4-FFF2-40B4-BE49-F238E27FC236}">
                <a16:creationId xmlns:a16="http://schemas.microsoft.com/office/drawing/2014/main" id="{09B1960F-507A-E84C-8B64-1891B754A975}"/>
              </a:ext>
            </a:extLst>
          </p:cNvPr>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graphicFrame>
        <p:nvGraphicFramePr>
          <p:cNvPr id="9" name="Table 8" hidden="1">
            <a:extLst>
              <a:ext uri="{FF2B5EF4-FFF2-40B4-BE49-F238E27FC236}">
                <a16:creationId xmlns:a16="http://schemas.microsoft.com/office/drawing/2014/main" id="{D23CA481-98CA-0745-833B-EFD0DBCDDA4E}"/>
              </a:ext>
            </a:extLst>
          </p:cNvPr>
          <p:cNvGraphicFramePr>
            <a:graphicFrameLocks noGrp="1"/>
          </p:cNvGraphicFramePr>
          <p:nvPr>
            <p:extLst>
              <p:ext uri="{D42A27DB-BD31-4B8C-83A1-F6EECF244321}">
                <p14:modId xmlns:p14="http://schemas.microsoft.com/office/powerpoint/2010/main" val="3279498072"/>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0" name="TextBox 9">
            <a:extLst>
              <a:ext uri="{FF2B5EF4-FFF2-40B4-BE49-F238E27FC236}">
                <a16:creationId xmlns:a16="http://schemas.microsoft.com/office/drawing/2014/main" id="{4E4989E6-36D9-5E4D-A8F4-C8D9759B609B}"/>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graphicFrame>
        <p:nvGraphicFramePr>
          <p:cNvPr id="12" name="Table 11" hidden="1">
            <a:extLst>
              <a:ext uri="{FF2B5EF4-FFF2-40B4-BE49-F238E27FC236}">
                <a16:creationId xmlns:a16="http://schemas.microsoft.com/office/drawing/2014/main" id="{EF7DC21F-99F8-4F48-9203-63793CFF7D9C}"/>
              </a:ext>
            </a:extLst>
          </p:cNvPr>
          <p:cNvGraphicFramePr>
            <a:graphicFrameLocks noGrp="1"/>
          </p:cNvGraphicFramePr>
          <p:nvPr>
            <p:extLst>
              <p:ext uri="{D42A27DB-BD31-4B8C-83A1-F6EECF244321}">
                <p14:modId xmlns:p14="http://schemas.microsoft.com/office/powerpoint/2010/main" val="4083986431"/>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3" name="TextBox 12">
            <a:extLst>
              <a:ext uri="{FF2B5EF4-FFF2-40B4-BE49-F238E27FC236}">
                <a16:creationId xmlns:a16="http://schemas.microsoft.com/office/drawing/2014/main" id="{39DA3775-34D5-1E49-AF02-9E34A316EF51}"/>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spTree>
    <p:extLst>
      <p:ext uri="{BB962C8B-B14F-4D97-AF65-F5344CB8AC3E}">
        <p14:creationId xmlns:p14="http://schemas.microsoft.com/office/powerpoint/2010/main" val="2156785673"/>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er w/copy">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A6EA13E-D85D-234A-B454-2515B0E8FC3F}"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a:extLst>
              <a:ext uri="{FF2B5EF4-FFF2-40B4-BE49-F238E27FC236}">
                <a16:creationId xmlns:a16="http://schemas.microsoft.com/office/drawing/2014/main" id="{8B117F2E-F782-844A-A783-F9F40B77A93D}"/>
              </a:ext>
            </a:extLst>
          </p:cNvPr>
          <p:cNvSpPr>
            <a:spLocks noGrp="1"/>
          </p:cNvSpPr>
          <p:nvPr>
            <p:ph type="title" hasCustomPrompt="1"/>
          </p:nvPr>
        </p:nvSpPr>
        <p:spPr>
          <a:xfrm>
            <a:off x="640077" y="367401"/>
            <a:ext cx="7772400" cy="389979"/>
          </a:xfrm>
        </p:spPr>
        <p:txBody>
          <a:bodyPr anchor="b" anchorCtr="0"/>
          <a:lstStyle/>
          <a:p>
            <a:r>
              <a:rPr lang="en-US" dirty="0"/>
              <a:t>Header w/copy</a:t>
            </a:r>
          </a:p>
        </p:txBody>
      </p:sp>
    </p:spTree>
    <p:extLst>
      <p:ext uri="{BB962C8B-B14F-4D97-AF65-F5344CB8AC3E}">
        <p14:creationId xmlns:p14="http://schemas.microsoft.com/office/powerpoint/2010/main" val="4147832771"/>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w/bullet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7BF61F8-88B3-FE4F-8169-B5261E98FF9B}"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itle 3">
            <a:extLst>
              <a:ext uri="{FF2B5EF4-FFF2-40B4-BE49-F238E27FC236}">
                <a16:creationId xmlns:a16="http://schemas.microsoft.com/office/drawing/2014/main" id="{34576D38-1D07-4944-9AE7-710415891258}"/>
              </a:ext>
            </a:extLst>
          </p:cNvPr>
          <p:cNvSpPr>
            <a:spLocks noGrp="1"/>
          </p:cNvSpPr>
          <p:nvPr>
            <p:ph type="title" hasCustomPrompt="1"/>
          </p:nvPr>
        </p:nvSpPr>
        <p:spPr/>
        <p:txBody>
          <a:bodyPr/>
          <a:lstStyle/>
          <a:p>
            <a:r>
              <a:rPr lang="en-US" dirty="0"/>
              <a:t>Header w/copy and bullets</a:t>
            </a:r>
          </a:p>
        </p:txBody>
      </p:sp>
      <p:sp>
        <p:nvSpPr>
          <p:cNvPr id="5" name="Text Placeholder 4">
            <a:extLst>
              <a:ext uri="{FF2B5EF4-FFF2-40B4-BE49-F238E27FC236}">
                <a16:creationId xmlns:a16="http://schemas.microsoft.com/office/drawing/2014/main" id="{FEB3799F-3DE7-0C45-B34C-091D879B69B2}"/>
              </a:ext>
            </a:extLst>
          </p:cNvPr>
          <p:cNvSpPr>
            <a:spLocks noGrp="1"/>
          </p:cNvSpPr>
          <p:nvPr>
            <p:ph type="body" sz="quarter" idx="21" hasCustomPrompt="1"/>
          </p:nvPr>
        </p:nvSpPr>
        <p:spPr>
          <a:xfrm>
            <a:off x="1097281" y="2286000"/>
            <a:ext cx="6858000" cy="388889"/>
          </a:xfrm>
        </p:spPr>
        <p:txBody>
          <a:bodyPr lIns="365760">
            <a:spAutoFit/>
          </a:bodyPr>
          <a:lstStyle>
            <a:lvl1pPr>
              <a:defRPr/>
            </a:lvl1pPr>
          </a:lstStyle>
          <a:p>
            <a:pPr lvl="0"/>
            <a:r>
              <a:rPr lang="en-US" dirty="0"/>
              <a:t>Most bulleted slides should have no more than 5 bullets with only about 5-6 words per bullet.</a:t>
            </a:r>
          </a:p>
        </p:txBody>
      </p:sp>
    </p:spTree>
    <p:extLst>
      <p:ext uri="{BB962C8B-B14F-4D97-AF65-F5344CB8AC3E}">
        <p14:creationId xmlns:p14="http://schemas.microsoft.com/office/powerpoint/2010/main" val="310535181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w/two column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One 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E97A3B5-6613-4F46-BF76-6FADC2B102EA}"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029200" y="155448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029200" y="118872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Two Subhead</a:t>
            </a:r>
          </a:p>
        </p:txBody>
      </p:sp>
      <p:sp>
        <p:nvSpPr>
          <p:cNvPr id="2" name="Title 1">
            <a:extLst>
              <a:ext uri="{FF2B5EF4-FFF2-40B4-BE49-F238E27FC236}">
                <a16:creationId xmlns:a16="http://schemas.microsoft.com/office/drawing/2014/main" id="{B3E3FFDB-27DF-174A-9ED2-F20F22E29A5C}"/>
              </a:ext>
            </a:extLst>
          </p:cNvPr>
          <p:cNvSpPr>
            <a:spLocks noGrp="1"/>
          </p:cNvSpPr>
          <p:nvPr>
            <p:ph type="title" hasCustomPrompt="1"/>
          </p:nvPr>
        </p:nvSpPr>
        <p:spPr/>
        <p:txBody>
          <a:bodyPr/>
          <a:lstStyle/>
          <a:p>
            <a:r>
              <a:rPr lang="en-US" dirty="0"/>
              <a:t>Header w/two columns</a:t>
            </a:r>
          </a:p>
        </p:txBody>
      </p:sp>
    </p:spTree>
    <p:extLst>
      <p:ext uri="{BB962C8B-B14F-4D97-AF65-F5344CB8AC3E}">
        <p14:creationId xmlns:p14="http://schemas.microsoft.com/office/powerpoint/2010/main" val="802737949"/>
      </p:ext>
    </p:extLst>
  </p:cSld>
  <p:clrMapOvr>
    <a:masterClrMapping/>
  </p:clrMapOvr>
  <p:extLst>
    <p:ext uri="{DCECCB84-F9BA-43D5-87BE-67443E8EF086}">
      <p15:sldGuideLst xmlns:p15="http://schemas.microsoft.com/office/powerpoint/2012/main">
        <p15:guide id="1" pos="2880">
          <p15:clr>
            <a:srgbClr val="FBAE40"/>
          </p15:clr>
        </p15:guide>
        <p15:guide id="2" pos="30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er w/table">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09DCE2DB-E4F8-0848-90C1-ACDCE2F38AD9}"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a:extLst>
              <a:ext uri="{FF2B5EF4-FFF2-40B4-BE49-F238E27FC236}">
                <a16:creationId xmlns:a16="http://schemas.microsoft.com/office/drawing/2014/main" id="{3BE623E0-A664-AE40-BA0B-DD28927DB98C}"/>
              </a:ext>
            </a:extLst>
          </p:cNvPr>
          <p:cNvSpPr>
            <a:spLocks noGrp="1"/>
          </p:cNvSpPr>
          <p:nvPr>
            <p:ph type="title" hasCustomPrompt="1"/>
          </p:nvPr>
        </p:nvSpPr>
        <p:spPr/>
        <p:txBody>
          <a:bodyPr/>
          <a:lstStyle/>
          <a:p>
            <a:r>
              <a:rPr lang="en-US" dirty="0"/>
              <a:t>Header w/table</a:t>
            </a:r>
          </a:p>
        </p:txBody>
      </p:sp>
      <p:sp>
        <p:nvSpPr>
          <p:cNvPr id="4" name="Table Placeholder 3">
            <a:extLst>
              <a:ext uri="{FF2B5EF4-FFF2-40B4-BE49-F238E27FC236}">
                <a16:creationId xmlns:a16="http://schemas.microsoft.com/office/drawing/2014/main" id="{DC239404-90E7-C24E-AFE4-2269257F0B4F}"/>
              </a:ext>
            </a:extLst>
          </p:cNvPr>
          <p:cNvSpPr>
            <a:spLocks noGrp="1"/>
          </p:cNvSpPr>
          <p:nvPr>
            <p:ph type="tbl" sz="quarter" idx="20"/>
          </p:nvPr>
        </p:nvSpPr>
        <p:spPr>
          <a:xfrm>
            <a:off x="1097280" y="1188720"/>
            <a:ext cx="6400800" cy="3108960"/>
          </a:xfrm>
          <a:prstGeom prst="rect">
            <a:avLst/>
          </a:prstGeom>
          <a:solidFill>
            <a:srgbClr val="DBE7F5"/>
          </a:solidFill>
        </p:spPr>
        <p:txBody>
          <a:bodyPr anchor="t" anchorCtr="1"/>
          <a:lstStyle>
            <a:lvl1pPr marL="0" indent="0" algn="ctr">
              <a:buNone/>
              <a:defRPr>
                <a:solidFill>
                  <a:srgbClr val="898989"/>
                </a:solidFill>
              </a:defRPr>
            </a:lvl1pPr>
          </a:lstStyle>
          <a:p>
            <a:r>
              <a:rPr lang="en-US"/>
              <a:t>Click icon to add table</a:t>
            </a:r>
            <a:endParaRPr lang="en-US" dirty="0"/>
          </a:p>
        </p:txBody>
      </p:sp>
      <p:sp>
        <p:nvSpPr>
          <p:cNvPr id="7" name="Text Placeholder 3">
            <a:extLst>
              <a:ext uri="{FF2B5EF4-FFF2-40B4-BE49-F238E27FC236}">
                <a16:creationId xmlns:a16="http://schemas.microsoft.com/office/drawing/2014/main" id="{333AD3F6-9F07-D947-93D3-62C883A521CD}"/>
              </a:ext>
            </a:extLst>
          </p:cNvPr>
          <p:cNvSpPr>
            <a:spLocks noGrp="1"/>
          </p:cNvSpPr>
          <p:nvPr>
            <p:ph type="body" sz="quarter" idx="12" hasCustomPrompt="1"/>
          </p:nvPr>
        </p:nvSpPr>
        <p:spPr>
          <a:xfrm>
            <a:off x="7739809" y="1188720"/>
            <a:ext cx="946991" cy="1354217"/>
          </a:xfrm>
          <a:prstGeom prst="rect">
            <a:avLst/>
          </a:prstGeom>
        </p:spPr>
        <p:txBody>
          <a:bodyPr wrap="square" lIns="0">
            <a:spAutoFit/>
          </a:bodyPr>
          <a:lstStyle>
            <a:lvl1pPr marL="0" indent="0" algn="l">
              <a:lnSpc>
                <a:spcPct val="100000"/>
              </a:lnSpc>
              <a:buNone/>
              <a:defRPr sz="800" b="0">
                <a:solidFill>
                  <a:srgbClr val="FC28FC"/>
                </a:solidFill>
              </a:defRPr>
            </a:lvl1pPr>
            <a:lvl2pPr marL="342900" indent="0">
              <a:buNone/>
              <a:defRPr>
                <a:solidFill>
                  <a:srgbClr val="FF0000"/>
                </a:solidFill>
              </a:defRPr>
            </a:lvl2pPr>
            <a:lvl3pPr marL="685800" indent="0">
              <a:buNone/>
              <a:defRPr>
                <a:solidFill>
                  <a:srgbClr val="FF0000"/>
                </a:solidFill>
              </a:defRPr>
            </a:lvl3pPr>
            <a:lvl4pPr marL="1028700" indent="0">
              <a:buNone/>
              <a:defRPr>
                <a:solidFill>
                  <a:srgbClr val="FF0000"/>
                </a:solidFill>
              </a:defRPr>
            </a:lvl4pPr>
            <a:lvl5pPr marL="1371600" indent="0">
              <a:buNone/>
              <a:defRPr>
                <a:solidFill>
                  <a:srgbClr val="FF0000"/>
                </a:solidFill>
              </a:defRPr>
            </a:lvl5pPr>
          </a:lstStyle>
          <a:p>
            <a:pPr lvl="0"/>
            <a:r>
              <a:rPr lang="en-US" dirty="0"/>
              <a:t>Input data using the custom table. If you’re not sure you’ll need this table, we recommend HIDING the slide temporarily instead of deleting it. Once deleted, the custom table can be recovered from the master source file. </a:t>
            </a:r>
          </a:p>
        </p:txBody>
      </p:sp>
    </p:spTree>
    <p:extLst>
      <p:ext uri="{BB962C8B-B14F-4D97-AF65-F5344CB8AC3E}">
        <p14:creationId xmlns:p14="http://schemas.microsoft.com/office/powerpoint/2010/main" val="25398422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er w/one image on Left">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11D0AFF7-781E-9C49-9DD3-A4DFB4A9395B}"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4572000" y="1554480"/>
            <a:ext cx="3840478" cy="1205209"/>
          </a:xfrm>
          <a:prstGeom prst="rect">
            <a:avLst/>
          </a:prstGeom>
        </p:spPr>
        <p:txBody>
          <a:bodyPr l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4571999" y="1188720"/>
            <a:ext cx="3840479" cy="215444"/>
          </a:xfrm>
          <a:prstGeom prst="rect">
            <a:avLst/>
          </a:prstGeom>
        </p:spPr>
        <p:txBody>
          <a:bodyPr lIns="365760" rIns="0">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640080" y="1188720"/>
            <a:ext cx="3931920" cy="32918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left</a:t>
            </a:r>
          </a:p>
        </p:txBody>
      </p:sp>
    </p:spTree>
    <p:extLst>
      <p:ext uri="{BB962C8B-B14F-4D97-AF65-F5344CB8AC3E}">
        <p14:creationId xmlns:p14="http://schemas.microsoft.com/office/powerpoint/2010/main" val="3822431351"/>
      </p:ext>
    </p:extLst>
  </p:cSld>
  <p:clrMapOvr>
    <a:masterClrMapping/>
  </p:clrMapOvr>
  <p:extLst>
    <p:ext uri="{DCECCB84-F9BA-43D5-87BE-67443E8EF086}">
      <p15:sldGuideLst xmlns:p15="http://schemas.microsoft.com/office/powerpoint/2012/main">
        <p15:guide id="1" pos="2880">
          <p15:clr>
            <a:srgbClr val="FBAE40"/>
          </p15:clr>
        </p15:guide>
        <p15:guide id="2" pos="31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w/one image on Right">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FE47C0C-C9E7-AE4D-809E-5CBF13CABA9B}"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79" y="1554480"/>
            <a:ext cx="3840480" cy="1205209"/>
          </a:xfrm>
          <a:prstGeom prst="rect">
            <a:avLst/>
          </a:prstGeom>
        </p:spPr>
        <p:txBody>
          <a:bodyPr lIns="0" r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640080" y="1188720"/>
            <a:ext cx="3840479" cy="219456"/>
          </a:xfrm>
          <a:prstGeom prst="rect">
            <a:avLst/>
          </a:prstGeom>
        </p:spPr>
        <p:txBody>
          <a:bodyPr lIns="0" rIns="365760"/>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4480559" y="1188720"/>
            <a:ext cx="3931920" cy="32918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right</a:t>
            </a:r>
          </a:p>
        </p:txBody>
      </p:sp>
    </p:spTree>
    <p:extLst>
      <p:ext uri="{BB962C8B-B14F-4D97-AF65-F5344CB8AC3E}">
        <p14:creationId xmlns:p14="http://schemas.microsoft.com/office/powerpoint/2010/main" val="407242905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w/two image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E467E6B-9A71-6D40-8626-10A71C7AA91F}"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188720"/>
            <a:ext cx="3749039"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291840"/>
            <a:ext cx="3749039" cy="82296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w/two images</a:t>
            </a:r>
          </a:p>
        </p:txBody>
      </p:sp>
      <p:sp>
        <p:nvSpPr>
          <p:cNvPr id="13" name="Picture Placeholder 2">
            <a:extLst>
              <a:ext uri="{FF2B5EF4-FFF2-40B4-BE49-F238E27FC236}">
                <a16:creationId xmlns:a16="http://schemas.microsoft.com/office/drawing/2014/main" id="{9C652879-E485-9847-B5DA-F17C66D89A13}"/>
              </a:ext>
            </a:extLst>
          </p:cNvPr>
          <p:cNvSpPr>
            <a:spLocks noGrp="1"/>
          </p:cNvSpPr>
          <p:nvPr>
            <p:ph type="pic" sz="quarter" idx="29"/>
          </p:nvPr>
        </p:nvSpPr>
        <p:spPr>
          <a:xfrm>
            <a:off x="4663440" y="1188720"/>
            <a:ext cx="3749039"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4" name="Text Placeholder 19">
            <a:extLst>
              <a:ext uri="{FF2B5EF4-FFF2-40B4-BE49-F238E27FC236}">
                <a16:creationId xmlns:a16="http://schemas.microsoft.com/office/drawing/2014/main" id="{3075D6A2-6D65-FC47-AC64-35561CC02CFD}"/>
              </a:ext>
            </a:extLst>
          </p:cNvPr>
          <p:cNvSpPr>
            <a:spLocks noGrp="1"/>
          </p:cNvSpPr>
          <p:nvPr>
            <p:ph type="body" sz="quarter" idx="30" hasCustomPrompt="1"/>
          </p:nvPr>
        </p:nvSpPr>
        <p:spPr>
          <a:xfrm>
            <a:off x="4663440" y="3291840"/>
            <a:ext cx="3749039" cy="82296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Tree>
    <p:extLst>
      <p:ext uri="{BB962C8B-B14F-4D97-AF65-F5344CB8AC3E}">
        <p14:creationId xmlns:p14="http://schemas.microsoft.com/office/powerpoint/2010/main" val="188372541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header w/two captioned images caption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B9EB0CAB-07AA-2647-BE58-7A658EF3CBEE}"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a:xfrm>
            <a:off x="8686800" y="4754880"/>
            <a:ext cx="457200" cy="365760"/>
          </a:xfrm>
        </p:spPr>
        <p:txBody>
          <a:bodyPr/>
          <a:lstStyle/>
          <a:p>
            <a:fld id="{B6238B5B-F19C-E947-A0BC-87BD7983F871}" type="slidenum">
              <a:rPr lang="en-US" smtClean="0"/>
              <a:pPr/>
              <a:t>‹#›</a:t>
            </a:fld>
            <a:endParaRPr lang="en-US" dirty="0"/>
          </a:p>
        </p:txBody>
      </p:sp>
      <p:sp>
        <p:nvSpPr>
          <p:cNvPr id="2" name="Rectangle 1">
            <a:extLst>
              <a:ext uri="{FF2B5EF4-FFF2-40B4-BE49-F238E27FC236}">
                <a16:creationId xmlns:a16="http://schemas.microsoft.com/office/drawing/2014/main" id="{3735DA87-8D0D-5646-9263-BA8534F57B0F}"/>
              </a:ext>
            </a:extLst>
          </p:cNvPr>
          <p:cNvSpPr/>
          <p:nvPr/>
        </p:nvSpPr>
        <p:spPr>
          <a:xfrm>
            <a:off x="0" y="0"/>
            <a:ext cx="9144000" cy="1168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CD6FC555-1AA9-E647-94A1-A53C5C1DD7CF}"/>
              </a:ext>
            </a:extLst>
          </p:cNvPr>
          <p:cNvSpPr txBox="1">
            <a:spLocks/>
          </p:cNvSpPr>
          <p:nvPr/>
        </p:nvSpPr>
        <p:spPr>
          <a:xfrm>
            <a:off x="640079" y="365760"/>
            <a:ext cx="7772400" cy="27432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1800" dirty="0"/>
              <a:t>Small Header w/two captioned images</a:t>
            </a:r>
          </a:p>
        </p:txBody>
      </p:sp>
      <p:sp>
        <p:nvSpPr>
          <p:cNvPr id="6" name="Header rule">
            <a:extLst>
              <a:ext uri="{FF2B5EF4-FFF2-40B4-BE49-F238E27FC236}">
                <a16:creationId xmlns:a16="http://schemas.microsoft.com/office/drawing/2014/main" id="{A64E2F76-6F70-6E41-8E67-76251B3CBB36}"/>
              </a:ext>
            </a:extLst>
          </p:cNvPr>
          <p:cNvSpPr/>
          <p:nvPr/>
        </p:nvSpPr>
        <p:spPr>
          <a:xfrm>
            <a:off x="640080" y="673649"/>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9" name="Text Placeholder 8">
            <a:extLst>
              <a:ext uri="{FF2B5EF4-FFF2-40B4-BE49-F238E27FC236}">
                <a16:creationId xmlns:a16="http://schemas.microsoft.com/office/drawing/2014/main" id="{8D21123F-3052-7448-8323-EBC781A2C598}"/>
              </a:ext>
            </a:extLst>
          </p:cNvPr>
          <p:cNvSpPr>
            <a:spLocks noGrp="1"/>
          </p:cNvSpPr>
          <p:nvPr>
            <p:ph type="body" sz="quarter" idx="24" hasCustomPrompt="1"/>
          </p:nvPr>
        </p:nvSpPr>
        <p:spPr>
          <a:xfrm>
            <a:off x="639950" y="4114800"/>
            <a:ext cx="3749039" cy="134139"/>
          </a:xfrm>
          <a:prstGeom prst="rect">
            <a:avLst/>
          </a:prstGeom>
        </p:spPr>
        <p:txBody>
          <a:bodyPr wrap="square" anchor="t" anchorCtr="0">
            <a:spAutoFit/>
          </a:bodyPr>
          <a:lstStyle>
            <a:lvl1pPr marL="0" indent="0">
              <a:lnSpc>
                <a:spcPts val="1100"/>
              </a:lnSpc>
              <a:buNone/>
              <a:defRPr sz="800">
                <a:latin typeface="+mn-lt"/>
              </a:defRPr>
            </a:lvl1pPr>
            <a:lvl2pPr>
              <a:defRPr sz="800">
                <a:latin typeface="+mn-lt"/>
              </a:defRPr>
            </a:lvl2pPr>
            <a:lvl3pPr>
              <a:defRPr sz="800">
                <a:latin typeface="+mn-lt"/>
              </a:defRPr>
            </a:lvl3pPr>
            <a:lvl4pPr>
              <a:defRPr sz="800">
                <a:latin typeface="+mn-lt"/>
              </a:defRPr>
            </a:lvl4pPr>
            <a:lvl5pPr>
              <a:defRPr sz="800">
                <a:latin typeface="+mn-lt"/>
              </a:defRPr>
            </a:lvl5pPr>
          </a:lstStyle>
          <a:p>
            <a:pPr lvl="0"/>
            <a:r>
              <a:rPr lang="en-US" dirty="0"/>
              <a:t>Caption goes here, one line recommended, two lines max. lorem ipsum</a:t>
            </a:r>
          </a:p>
        </p:txBody>
      </p:sp>
      <p:sp>
        <p:nvSpPr>
          <p:cNvPr id="11" name="Rectangle 10">
            <a:extLst>
              <a:ext uri="{FF2B5EF4-FFF2-40B4-BE49-F238E27FC236}">
                <a16:creationId xmlns:a16="http://schemas.microsoft.com/office/drawing/2014/main" id="{15ECEDA9-F4E9-D546-AADD-9E9431B373F9}"/>
              </a:ext>
            </a:extLst>
          </p:cNvPr>
          <p:cNvSpPr/>
          <p:nvPr/>
        </p:nvSpPr>
        <p:spPr>
          <a:xfrm>
            <a:off x="0" y="0"/>
            <a:ext cx="9144000" cy="1168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30B111C0-E62E-C246-80CF-91DB63D57A70}"/>
              </a:ext>
            </a:extLst>
          </p:cNvPr>
          <p:cNvSpPr txBox="1">
            <a:spLocks/>
          </p:cNvSpPr>
          <p:nvPr/>
        </p:nvSpPr>
        <p:spPr>
          <a:xfrm>
            <a:off x="640079" y="365760"/>
            <a:ext cx="7772400" cy="27432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1800" dirty="0"/>
              <a:t>Small Header w/two captioned images</a:t>
            </a:r>
          </a:p>
        </p:txBody>
      </p:sp>
      <p:sp>
        <p:nvSpPr>
          <p:cNvPr id="13" name="Header rule">
            <a:extLst>
              <a:ext uri="{FF2B5EF4-FFF2-40B4-BE49-F238E27FC236}">
                <a16:creationId xmlns:a16="http://schemas.microsoft.com/office/drawing/2014/main" id="{89329647-72E2-B74F-AFC5-F88F766072F0}"/>
              </a:ext>
            </a:extLst>
          </p:cNvPr>
          <p:cNvSpPr/>
          <p:nvPr/>
        </p:nvSpPr>
        <p:spPr>
          <a:xfrm>
            <a:off x="640080" y="673649"/>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10" name="Picture Placeholder 2">
            <a:extLst>
              <a:ext uri="{FF2B5EF4-FFF2-40B4-BE49-F238E27FC236}">
                <a16:creationId xmlns:a16="http://schemas.microsoft.com/office/drawing/2014/main" id="{3B0E2BCC-7E9A-8848-B8C5-2789C328FDF4}"/>
              </a:ext>
            </a:extLst>
          </p:cNvPr>
          <p:cNvSpPr>
            <a:spLocks noGrp="1"/>
          </p:cNvSpPr>
          <p:nvPr>
            <p:ph type="pic" sz="quarter" idx="23"/>
          </p:nvPr>
        </p:nvSpPr>
        <p:spPr>
          <a:xfrm>
            <a:off x="639951" y="1038977"/>
            <a:ext cx="3749039" cy="301752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8">
            <a:extLst>
              <a:ext uri="{FF2B5EF4-FFF2-40B4-BE49-F238E27FC236}">
                <a16:creationId xmlns:a16="http://schemas.microsoft.com/office/drawing/2014/main" id="{B9DA235E-5166-4A4E-85BC-FDE49E99E6E3}"/>
              </a:ext>
            </a:extLst>
          </p:cNvPr>
          <p:cNvSpPr>
            <a:spLocks noGrp="1"/>
          </p:cNvSpPr>
          <p:nvPr>
            <p:ph type="body" sz="quarter" idx="25" hasCustomPrompt="1"/>
          </p:nvPr>
        </p:nvSpPr>
        <p:spPr>
          <a:xfrm>
            <a:off x="4663439" y="4114800"/>
            <a:ext cx="3749039" cy="134139"/>
          </a:xfrm>
          <a:prstGeom prst="rect">
            <a:avLst/>
          </a:prstGeom>
        </p:spPr>
        <p:txBody>
          <a:bodyPr wrap="square" anchor="t" anchorCtr="0">
            <a:spAutoFit/>
          </a:bodyPr>
          <a:lstStyle>
            <a:lvl1pPr marL="0" indent="0">
              <a:lnSpc>
                <a:spcPts val="1100"/>
              </a:lnSpc>
              <a:buNone/>
              <a:defRPr sz="800">
                <a:latin typeface="+mn-lt"/>
              </a:defRPr>
            </a:lvl1pPr>
            <a:lvl2pPr>
              <a:defRPr sz="800">
                <a:latin typeface="+mn-lt"/>
              </a:defRPr>
            </a:lvl2pPr>
            <a:lvl3pPr>
              <a:defRPr sz="800">
                <a:latin typeface="+mn-lt"/>
              </a:defRPr>
            </a:lvl3pPr>
            <a:lvl4pPr>
              <a:defRPr sz="800">
                <a:latin typeface="+mn-lt"/>
              </a:defRPr>
            </a:lvl4pPr>
            <a:lvl5pPr>
              <a:defRPr sz="800">
                <a:latin typeface="+mn-lt"/>
              </a:defRPr>
            </a:lvl5pPr>
          </a:lstStyle>
          <a:p>
            <a:pPr lvl="0"/>
            <a:r>
              <a:rPr lang="en-US" dirty="0"/>
              <a:t>Caption goes here, one line recommended, two lines max. lorem ipsum</a:t>
            </a:r>
          </a:p>
        </p:txBody>
      </p:sp>
      <p:sp>
        <p:nvSpPr>
          <p:cNvPr id="17" name="Picture Placeholder 2">
            <a:extLst>
              <a:ext uri="{FF2B5EF4-FFF2-40B4-BE49-F238E27FC236}">
                <a16:creationId xmlns:a16="http://schemas.microsoft.com/office/drawing/2014/main" id="{2298A9C0-48AD-FD43-A59A-12E1524D052B}"/>
              </a:ext>
            </a:extLst>
          </p:cNvPr>
          <p:cNvSpPr>
            <a:spLocks noGrp="1"/>
          </p:cNvSpPr>
          <p:nvPr>
            <p:ph type="pic" sz="quarter" idx="26"/>
          </p:nvPr>
        </p:nvSpPr>
        <p:spPr>
          <a:xfrm>
            <a:off x="4663440" y="1038977"/>
            <a:ext cx="3749039" cy="301752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Tree>
    <p:extLst>
      <p:ext uri="{BB962C8B-B14F-4D97-AF65-F5344CB8AC3E}">
        <p14:creationId xmlns:p14="http://schemas.microsoft.com/office/powerpoint/2010/main" val="233576871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er w/three image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8C78506B-CDED-764D-A072-FDCE7A00B000}"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188720"/>
            <a:ext cx="2468880"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19">
            <a:extLst>
              <a:ext uri="{FF2B5EF4-FFF2-40B4-BE49-F238E27FC236}">
                <a16:creationId xmlns:a16="http://schemas.microsoft.com/office/drawing/2014/main" id="{D690DD6C-A294-D34A-8F02-8254600AA0CF}"/>
              </a:ext>
            </a:extLst>
          </p:cNvPr>
          <p:cNvSpPr>
            <a:spLocks noGrp="1"/>
          </p:cNvSpPr>
          <p:nvPr>
            <p:ph type="body" sz="quarter" idx="24" hasCustomPrompt="1"/>
          </p:nvPr>
        </p:nvSpPr>
        <p:spPr>
          <a:xfrm>
            <a:off x="594360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17" name="Picture Placeholder 2">
            <a:extLst>
              <a:ext uri="{FF2B5EF4-FFF2-40B4-BE49-F238E27FC236}">
                <a16:creationId xmlns:a16="http://schemas.microsoft.com/office/drawing/2014/main" id="{4893D48C-9A05-6D48-AEBE-B035AC90CB7B}"/>
              </a:ext>
            </a:extLst>
          </p:cNvPr>
          <p:cNvSpPr>
            <a:spLocks noGrp="1"/>
          </p:cNvSpPr>
          <p:nvPr>
            <p:ph type="pic" sz="quarter" idx="25"/>
          </p:nvPr>
        </p:nvSpPr>
        <p:spPr>
          <a:xfrm>
            <a:off x="5943600" y="1188720"/>
            <a:ext cx="2468880" cy="205740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8" name="Text Placeholder 19">
            <a:extLst>
              <a:ext uri="{FF2B5EF4-FFF2-40B4-BE49-F238E27FC236}">
                <a16:creationId xmlns:a16="http://schemas.microsoft.com/office/drawing/2014/main" id="{8415C831-E177-844F-9712-8A40A7EF2C79}"/>
              </a:ext>
            </a:extLst>
          </p:cNvPr>
          <p:cNvSpPr>
            <a:spLocks noGrp="1"/>
          </p:cNvSpPr>
          <p:nvPr>
            <p:ph type="body" sz="quarter" idx="26" hasCustomPrompt="1"/>
          </p:nvPr>
        </p:nvSpPr>
        <p:spPr>
          <a:xfrm>
            <a:off x="329184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19" name="Picture Placeholder 2">
            <a:extLst>
              <a:ext uri="{FF2B5EF4-FFF2-40B4-BE49-F238E27FC236}">
                <a16:creationId xmlns:a16="http://schemas.microsoft.com/office/drawing/2014/main" id="{2A52D487-6A99-CB44-ADDA-84E2583B5DE2}"/>
              </a:ext>
            </a:extLst>
          </p:cNvPr>
          <p:cNvSpPr>
            <a:spLocks noGrp="1"/>
          </p:cNvSpPr>
          <p:nvPr>
            <p:ph type="pic" sz="quarter" idx="27"/>
          </p:nvPr>
        </p:nvSpPr>
        <p:spPr>
          <a:xfrm>
            <a:off x="3291776" y="1188720"/>
            <a:ext cx="2468880" cy="205740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w/three images</a:t>
            </a:r>
          </a:p>
        </p:txBody>
      </p:sp>
    </p:spTree>
    <p:extLst>
      <p:ext uri="{BB962C8B-B14F-4D97-AF65-F5344CB8AC3E}">
        <p14:creationId xmlns:p14="http://schemas.microsoft.com/office/powerpoint/2010/main" val="94709349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wide image">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2B87C6E-9F56-9A4E-BC38-C7FEA0F12D86}"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80" y="3657600"/>
            <a:ext cx="7772400" cy="640080"/>
          </a:xfrm>
          <a:prstGeom prst="rect">
            <a:avLst/>
          </a:prstGeom>
        </p:spPr>
        <p:txBody>
          <a:bodyPr lIns="0" tIns="18288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a:t>
            </a: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40080" y="1188720"/>
            <a:ext cx="7772400" cy="242316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w/wide image</a:t>
            </a:r>
          </a:p>
        </p:txBody>
      </p:sp>
    </p:spTree>
    <p:extLst>
      <p:ext uri="{BB962C8B-B14F-4D97-AF65-F5344CB8AC3E}">
        <p14:creationId xmlns:p14="http://schemas.microsoft.com/office/powerpoint/2010/main" val="30796664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er w/video">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2B87C6E-9F56-9A4E-BC38-C7FEA0F12D86}"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1828800" y="1188720"/>
            <a:ext cx="5486400" cy="301752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w/video</a:t>
            </a:r>
          </a:p>
        </p:txBody>
      </p:sp>
    </p:spTree>
    <p:extLst>
      <p:ext uri="{BB962C8B-B14F-4D97-AF65-F5344CB8AC3E}">
        <p14:creationId xmlns:p14="http://schemas.microsoft.com/office/powerpoint/2010/main" val="62323931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er w/video and copy">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5EFEDD32-F5EB-A741-9F8B-E23B8F80D24B}"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669280" y="1554480"/>
            <a:ext cx="2743200" cy="1005840"/>
          </a:xfrm>
          <a:prstGeom prst="rect">
            <a:avLst/>
          </a:prstGeom>
        </p:spPr>
        <p:txBody>
          <a:bodyPr lIns="365760" r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669280" y="1188720"/>
            <a:ext cx="2743200" cy="215444"/>
          </a:xfrm>
          <a:prstGeom prst="rect">
            <a:avLst/>
          </a:prstGeom>
        </p:spPr>
        <p:txBody>
          <a:bodyPr lIns="365760" rIns="0"/>
          <a:lstStyle>
            <a:lvl1pPr marL="0" indent="0">
              <a:lnSpc>
                <a:spcPct val="100000"/>
              </a:lnSpc>
              <a:buFontTx/>
              <a:buNone/>
              <a:defRPr b="1" i="0" cap="all" baseline="0">
                <a:latin typeface="Helvetica" pitchFamily="2" charset="0"/>
              </a:defRPr>
            </a:lvl1pPr>
          </a:lstStyle>
          <a:p>
            <a:pPr lvl="0"/>
            <a:r>
              <a:rPr lang="en-US" dirty="0"/>
              <a:t>SUBHEAD</a:t>
            </a:r>
          </a:p>
        </p:txBody>
      </p:sp>
      <p:sp>
        <p:nvSpPr>
          <p:cNvPr id="4" name="Media Placeholder 3">
            <a:extLst>
              <a:ext uri="{FF2B5EF4-FFF2-40B4-BE49-F238E27FC236}">
                <a16:creationId xmlns:a16="http://schemas.microsoft.com/office/drawing/2014/main" id="{EDEC991D-2A90-BD44-8865-BCD7365AA034}"/>
              </a:ext>
            </a:extLst>
          </p:cNvPr>
          <p:cNvSpPr>
            <a:spLocks noGrp="1"/>
          </p:cNvSpPr>
          <p:nvPr>
            <p:ph type="media" sz="quarter" idx="23"/>
          </p:nvPr>
        </p:nvSpPr>
        <p:spPr>
          <a:xfrm>
            <a:off x="640080" y="1188720"/>
            <a:ext cx="5029200" cy="28346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media</a:t>
            </a:r>
            <a:endParaRPr lang="en-US" dirty="0"/>
          </a:p>
        </p:txBody>
      </p:sp>
      <p:sp>
        <p:nvSpPr>
          <p:cNvPr id="2" name="Title 1">
            <a:extLst>
              <a:ext uri="{FF2B5EF4-FFF2-40B4-BE49-F238E27FC236}">
                <a16:creationId xmlns:a16="http://schemas.microsoft.com/office/drawing/2014/main" id="{B215D343-E871-2D4D-89DF-1CBE83C41245}"/>
              </a:ext>
            </a:extLst>
          </p:cNvPr>
          <p:cNvSpPr>
            <a:spLocks noGrp="1"/>
          </p:cNvSpPr>
          <p:nvPr>
            <p:ph type="title" hasCustomPrompt="1"/>
          </p:nvPr>
        </p:nvSpPr>
        <p:spPr/>
        <p:txBody>
          <a:bodyPr/>
          <a:lstStyle/>
          <a:p>
            <a:r>
              <a:rPr lang="en-US" dirty="0"/>
              <a:t>Header w/video and copy</a:t>
            </a:r>
          </a:p>
        </p:txBody>
      </p:sp>
    </p:spTree>
    <p:extLst>
      <p:ext uri="{BB962C8B-B14F-4D97-AF65-F5344CB8AC3E}">
        <p14:creationId xmlns:p14="http://schemas.microsoft.com/office/powerpoint/2010/main" val="174147452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atement w/white background">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1"/>
            <a:ext cx="9144000" cy="4599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4D8B39A-01F2-FA4B-87F6-F02AC7945853}"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6" name="Title 3" hidden="1">
            <a:extLst>
              <a:ext uri="{FF2B5EF4-FFF2-40B4-BE49-F238E27FC236}">
                <a16:creationId xmlns:a16="http://schemas.microsoft.com/office/drawing/2014/main" id="{47BA5E82-2DE4-214E-A6B1-6C2A16953F79}"/>
              </a:ext>
            </a:extLst>
          </p:cNvPr>
          <p:cNvSpPr txBox="1">
            <a:spLocks/>
          </p:cNvSpPr>
          <p:nvPr/>
        </p:nvSpPr>
        <p:spPr>
          <a:xfrm>
            <a:off x="1371600" y="1371600"/>
            <a:ext cx="6400800" cy="1846659"/>
          </a:xfrm>
          <a:prstGeom prst="rect">
            <a:avLst/>
          </a:prstGeom>
          <a:solidFill>
            <a:schemeClr val="bg1"/>
          </a:solidFill>
        </p:spPr>
        <p:txBody>
          <a:bodyPr vert="horz" wrap="square" lIns="0" tIns="0" rIns="0" bIns="0" rtlCol="0" anchor="ctr" anchorCtr="1">
            <a:sp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spcBef>
                <a:spcPts val="0"/>
              </a:spcBef>
            </a:pPr>
            <a:r>
              <a:rPr lang="en-US" sz="4000" b="0" i="0" dirty="0">
                <a:solidFill>
                  <a:srgbClr val="2774AE"/>
                </a:solidFill>
                <a:latin typeface="Helvetica Regular" pitchFamily="2" charset="0"/>
              </a:rPr>
              <a:t>Lorem ipsum dolor sit </a:t>
            </a:r>
            <a:r>
              <a:rPr lang="en-US" sz="4000" b="0" i="0" dirty="0" err="1">
                <a:solidFill>
                  <a:srgbClr val="2774AE"/>
                </a:solidFill>
                <a:latin typeface="Helvetica Regular" pitchFamily="2" charset="0"/>
              </a:rPr>
              <a:t>amet</a:t>
            </a:r>
            <a:r>
              <a:rPr lang="en-US" sz="4000" b="0" i="0" dirty="0">
                <a:solidFill>
                  <a:srgbClr val="2774AE"/>
                </a:solidFill>
                <a:latin typeface="Helvetica Regular" pitchFamily="2" charset="0"/>
              </a:rPr>
              <a:t> ex </a:t>
            </a:r>
            <a:r>
              <a:rPr lang="en-US" sz="4000" b="0" i="0" dirty="0" err="1">
                <a:solidFill>
                  <a:srgbClr val="2774AE"/>
                </a:solidFill>
                <a:latin typeface="Helvetica Regular" pitchFamily="2" charset="0"/>
              </a:rPr>
              <a:t>eum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reque</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graece</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nam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harum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vonsequat</a:t>
            </a:r>
            <a:endParaRPr lang="en-US" sz="4000" b="0" i="0" dirty="0">
              <a:solidFill>
                <a:srgbClr val="2774AE"/>
              </a:solidFill>
              <a:latin typeface="Helvetica Regular" pitchFamily="2" charset="0"/>
            </a:endParaRPr>
          </a:p>
        </p:txBody>
      </p:sp>
      <p:sp>
        <p:nvSpPr>
          <p:cNvPr id="4" name="Text Placeholder 3">
            <a:extLst>
              <a:ext uri="{FF2B5EF4-FFF2-40B4-BE49-F238E27FC236}">
                <a16:creationId xmlns:a16="http://schemas.microsoft.com/office/drawing/2014/main" id="{9D1F839A-7F1F-7444-AF82-48ECCE4F3858}"/>
              </a:ext>
            </a:extLst>
          </p:cNvPr>
          <p:cNvSpPr>
            <a:spLocks noGrp="1"/>
          </p:cNvSpPr>
          <p:nvPr>
            <p:ph type="body" sz="quarter" idx="21" hasCustomPrompt="1"/>
          </p:nvPr>
        </p:nvSpPr>
        <p:spPr>
          <a:xfrm>
            <a:off x="1371600" y="1371600"/>
            <a:ext cx="6400800" cy="1665071"/>
          </a:xfrm>
        </p:spPr>
        <p:txBody>
          <a:bodyPr anchor="ctr" anchorCtr="0"/>
          <a:lstStyle>
            <a:lvl1pPr marL="0" indent="0" algn="ctr">
              <a:buNone/>
              <a:defRPr sz="4000">
                <a:solidFill>
                  <a:srgbClr val="2774AE"/>
                </a:solidFill>
              </a:defRPr>
            </a:lvl1pPr>
            <a:lvl2pPr marL="274320" indent="0" algn="ctr">
              <a:buNone/>
              <a:defRPr sz="4000">
                <a:solidFill>
                  <a:srgbClr val="2774AE"/>
                </a:solidFill>
              </a:defRPr>
            </a:lvl2pPr>
            <a:lvl3pPr marL="548640" indent="0" algn="ctr">
              <a:buNone/>
              <a:defRPr sz="4000">
                <a:solidFill>
                  <a:srgbClr val="2774AE"/>
                </a:solidFill>
              </a:defRPr>
            </a:lvl3pPr>
            <a:lvl4pPr marL="822960" indent="0" algn="ctr">
              <a:buNone/>
              <a:defRPr sz="4000">
                <a:solidFill>
                  <a:srgbClr val="2774AE"/>
                </a:solidFill>
              </a:defRPr>
            </a:lvl4pPr>
            <a:lvl5pPr marL="1097280" indent="0" algn="ctr">
              <a:buNone/>
              <a:defRPr sz="4000">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3417811289"/>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1736718671"/>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CD19E2CA-7A22-2A47-87A7-154317480B32}" type="datetime4">
              <a:rPr lang="en-US" smtClean="0"/>
              <a:t>May 3,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extBox 2">
            <a:extLst>
              <a:ext uri="{FF2B5EF4-FFF2-40B4-BE49-F238E27FC236}">
                <a16:creationId xmlns:a16="http://schemas.microsoft.com/office/drawing/2014/main" id="{5F64B9DE-6557-C54A-BF36-8E798604EA3F}"/>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sp>
        <p:nvSpPr>
          <p:cNvPr id="7" name="Header rule">
            <a:extLst>
              <a:ext uri="{FF2B5EF4-FFF2-40B4-BE49-F238E27FC236}">
                <a16:creationId xmlns:a16="http://schemas.microsoft.com/office/drawing/2014/main" id="{09B1960F-507A-E84C-8B64-1891B754A975}"/>
              </a:ext>
            </a:extLst>
          </p:cNvPr>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graphicFrame>
        <p:nvGraphicFramePr>
          <p:cNvPr id="8" name="Table 7" hidden="1">
            <a:extLst>
              <a:ext uri="{FF2B5EF4-FFF2-40B4-BE49-F238E27FC236}">
                <a16:creationId xmlns:a16="http://schemas.microsoft.com/office/drawing/2014/main" id="{3E58A6EC-219D-294A-BBEF-94C49557B0E2}"/>
              </a:ext>
            </a:extLst>
          </p:cNvPr>
          <p:cNvGraphicFramePr>
            <a:graphicFrameLocks noGrp="1"/>
          </p:cNvGraphicFramePr>
          <p:nvPr>
            <p:extLst>
              <p:ext uri="{D42A27DB-BD31-4B8C-83A1-F6EECF244321}">
                <p14:modId xmlns:p14="http://schemas.microsoft.com/office/powerpoint/2010/main" val="42495035"/>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9" name="TextBox 8">
            <a:extLst>
              <a:ext uri="{FF2B5EF4-FFF2-40B4-BE49-F238E27FC236}">
                <a16:creationId xmlns:a16="http://schemas.microsoft.com/office/drawing/2014/main" id="{4DAC7F78-240E-AF4B-89D8-273442F5E4BE}"/>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graphicFrame>
        <p:nvGraphicFramePr>
          <p:cNvPr id="10" name="Table 9" hidden="1">
            <a:extLst>
              <a:ext uri="{FF2B5EF4-FFF2-40B4-BE49-F238E27FC236}">
                <a16:creationId xmlns:a16="http://schemas.microsoft.com/office/drawing/2014/main" id="{C425352E-7739-E248-9E50-3F3E8D851A47}"/>
              </a:ext>
            </a:extLst>
          </p:cNvPr>
          <p:cNvGraphicFramePr>
            <a:graphicFrameLocks noGrp="1"/>
          </p:cNvGraphicFramePr>
          <p:nvPr>
            <p:extLst>
              <p:ext uri="{D42A27DB-BD31-4B8C-83A1-F6EECF244321}">
                <p14:modId xmlns:p14="http://schemas.microsoft.com/office/powerpoint/2010/main" val="2393666196"/>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2" name="TextBox 11">
            <a:extLst>
              <a:ext uri="{FF2B5EF4-FFF2-40B4-BE49-F238E27FC236}">
                <a16:creationId xmlns:a16="http://schemas.microsoft.com/office/drawing/2014/main" id="{07F6C067-AD68-524C-91AC-545B0A590C4C}"/>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spTree>
    <p:extLst>
      <p:ext uri="{BB962C8B-B14F-4D97-AF65-F5344CB8AC3E}">
        <p14:creationId xmlns:p14="http://schemas.microsoft.com/office/powerpoint/2010/main" val="36190825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371600" y="1407743"/>
            <a:ext cx="6400800" cy="1665071"/>
          </a:xfrm>
          <a:prstGeom prst="rect">
            <a:avLst/>
          </a:prstGeom>
        </p:spPr>
        <p:txBody>
          <a:bodyPr lIns="0" tIns="0" rIns="0" bIns="0" anchor="ctr" anchorCtr="0">
            <a:spAutoFit/>
          </a:bodyPr>
          <a:lstStyle>
            <a:lvl1pPr marL="0" indent="0" algn="ctr">
              <a:buNone/>
              <a:defRPr sz="4000">
                <a:solidFill>
                  <a:schemeClr val="bg1"/>
                </a:solidFill>
              </a:defRPr>
            </a:lvl1pPr>
            <a:lvl2pPr marL="274320" indent="0" algn="ctr">
              <a:buNone/>
              <a:defRPr sz="4000">
                <a:solidFill>
                  <a:srgbClr val="2774AE"/>
                </a:solidFill>
              </a:defRPr>
            </a:lvl2pPr>
            <a:lvl3pPr marL="548640" indent="0" algn="ctr">
              <a:buNone/>
              <a:defRPr sz="4000">
                <a:solidFill>
                  <a:srgbClr val="2774AE"/>
                </a:solidFill>
              </a:defRPr>
            </a:lvl3pPr>
            <a:lvl4pPr marL="822960" indent="0" algn="ctr">
              <a:buNone/>
              <a:defRPr sz="4000">
                <a:solidFill>
                  <a:srgbClr val="2774AE"/>
                </a:solidFill>
              </a:defRPr>
            </a:lvl4pPr>
            <a:lvl5pPr marL="1097280" indent="0" algn="ctr">
              <a:buNone/>
              <a:defRPr sz="4000">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289837761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Brand logo">
            <a:extLst>
              <a:ext uri="{FF2B5EF4-FFF2-40B4-BE49-F238E27FC236}">
                <a16:creationId xmlns:a16="http://schemas.microsoft.com/office/drawing/2014/main" id="{B905BEBE-FC81-0D47-9AF4-9E3655228635}"/>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42900" y="4724784"/>
            <a:ext cx="423229" cy="136525"/>
          </a:xfrm>
          <a:prstGeom prst="rect">
            <a:avLst/>
          </a:prstGeom>
        </p:spPr>
      </p:pic>
      <p:sp>
        <p:nvSpPr>
          <p:cNvPr id="17" name="Header rule">
            <a:extLst>
              <a:ext uri="{FF2B5EF4-FFF2-40B4-BE49-F238E27FC236}">
                <a16:creationId xmlns:a16="http://schemas.microsoft.com/office/drawing/2014/main" id="{98E6E0B5-9270-574F-A10E-09DA8982DB02}"/>
              </a:ext>
            </a:extLst>
          </p:cNvPr>
          <p:cNvSpPr/>
          <p:nvPr/>
        </p:nvSpPr>
        <p:spPr>
          <a:xfrm>
            <a:off x="640080" y="821642"/>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22" name="Title Placeholder">
            <a:extLst>
              <a:ext uri="{FF2B5EF4-FFF2-40B4-BE49-F238E27FC236}">
                <a16:creationId xmlns:a16="http://schemas.microsoft.com/office/drawing/2014/main" id="{7143B24C-1C3A-8E4C-BD32-A8A3EF401E90}"/>
              </a:ext>
            </a:extLst>
          </p:cNvPr>
          <p:cNvSpPr>
            <a:spLocks noGrp="1"/>
          </p:cNvSpPr>
          <p:nvPr>
            <p:ph type="title"/>
          </p:nvPr>
        </p:nvSpPr>
        <p:spPr>
          <a:xfrm>
            <a:off x="640079" y="367401"/>
            <a:ext cx="7772400" cy="389979"/>
          </a:xfrm>
          <a:prstGeom prst="rect">
            <a:avLst/>
          </a:prstGeom>
        </p:spPr>
        <p:txBody>
          <a:bodyPr vert="horz" wrap="square" lIns="0" tIns="0" rIns="0" bIns="0" rtlCol="0" anchor="b" anchorCtr="0">
            <a:spAutoFit/>
          </a:bodyPr>
          <a:lstStyle/>
          <a:p>
            <a:r>
              <a:rPr lang="en-US" dirty="0"/>
              <a:t>Click to edit Master title</a:t>
            </a:r>
          </a:p>
        </p:txBody>
      </p:sp>
      <p:sp>
        <p:nvSpPr>
          <p:cNvPr id="26" name="Date Placeholder">
            <a:extLst>
              <a:ext uri="{FF2B5EF4-FFF2-40B4-BE49-F238E27FC236}">
                <a16:creationId xmlns:a16="http://schemas.microsoft.com/office/drawing/2014/main" id="{8221B8DE-CEF2-934A-AC4E-99A13E490B7A}"/>
              </a:ext>
            </a:extLst>
          </p:cNvPr>
          <p:cNvSpPr>
            <a:spLocks noGrp="1"/>
          </p:cNvSpPr>
          <p:nvPr>
            <p:ph type="dt" sz="half" idx="2"/>
          </p:nvPr>
        </p:nvSpPr>
        <p:spPr>
          <a:xfrm>
            <a:off x="7407534" y="4754880"/>
            <a:ext cx="941832" cy="381643"/>
          </a:xfrm>
          <a:prstGeom prst="rect">
            <a:avLst/>
          </a:prstGeom>
        </p:spPr>
        <p:txBody>
          <a:bodyPr vert="horz" wrap="square" lIns="0" tIns="0" rIns="0" bIns="256032" rtlCol="0" anchor="t" anchorCtr="0">
            <a:spAutoFit/>
          </a:bodyPr>
          <a:lstStyle>
            <a:lvl1pPr algn="r">
              <a:lnSpc>
                <a:spcPct val="100000"/>
              </a:lnSpc>
              <a:defRPr sz="800" b="0" i="0">
                <a:solidFill>
                  <a:srgbClr val="898989"/>
                </a:solidFill>
                <a:latin typeface="Helvetica Regular" pitchFamily="2" charset="0"/>
              </a:defRPr>
            </a:lvl1pPr>
          </a:lstStyle>
          <a:p>
            <a:r>
              <a:rPr lang="en-US" dirty="0"/>
              <a:t>May 5, 2026</a:t>
            </a:r>
          </a:p>
        </p:txBody>
      </p:sp>
      <p:sp>
        <p:nvSpPr>
          <p:cNvPr id="27" name="Slide Number Placeholder">
            <a:extLst>
              <a:ext uri="{FF2B5EF4-FFF2-40B4-BE49-F238E27FC236}">
                <a16:creationId xmlns:a16="http://schemas.microsoft.com/office/drawing/2014/main" id="{BB99265C-2058-D148-A5A5-70540F68B968}"/>
              </a:ext>
            </a:extLst>
          </p:cNvPr>
          <p:cNvSpPr>
            <a:spLocks noGrp="1"/>
          </p:cNvSpPr>
          <p:nvPr>
            <p:ph type="sldNum" sz="quarter" idx="4"/>
          </p:nvPr>
        </p:nvSpPr>
        <p:spPr>
          <a:xfrm>
            <a:off x="8686800" y="4754880"/>
            <a:ext cx="457200" cy="365760"/>
          </a:xfrm>
          <a:prstGeom prst="rect">
            <a:avLst/>
          </a:prstGeom>
        </p:spPr>
        <p:txBody>
          <a:bodyPr vert="horz" wrap="square" lIns="0" tIns="0" rIns="0" bIns="256032" rtlCol="0" anchor="t" anchorCtr="0">
            <a:spAutoFit/>
          </a:bodyPr>
          <a:lstStyle>
            <a:lvl1pPr algn="l">
              <a:lnSpc>
                <a:spcPct val="100000"/>
              </a:lnSpc>
              <a:defRPr sz="800" b="0" i="0">
                <a:solidFill>
                  <a:srgbClr val="898989"/>
                </a:solidFill>
                <a:latin typeface="Helvetica Regular" pitchFamily="2" charset="0"/>
              </a:defRPr>
            </a:lvl1pPr>
          </a:lstStyle>
          <a:p>
            <a:fld id="{B6238B5B-F19C-E947-A0BC-87BD7983F871}" type="slidenum">
              <a:rPr lang="en-US" smtClean="0"/>
              <a:pPr/>
              <a:t>‹#›</a:t>
            </a:fld>
            <a:endParaRPr lang="en-US" dirty="0"/>
          </a:p>
        </p:txBody>
      </p:sp>
      <p:sp>
        <p:nvSpPr>
          <p:cNvPr id="9" name="Text Placeholder-left">
            <a:extLst>
              <a:ext uri="{FF2B5EF4-FFF2-40B4-BE49-F238E27FC236}">
                <a16:creationId xmlns:a16="http://schemas.microsoft.com/office/drawing/2014/main" id="{780A88FB-C016-B145-BF42-9CAF49E61B24}"/>
              </a:ext>
            </a:extLst>
          </p:cNvPr>
          <p:cNvSpPr txBox="1">
            <a:spLocks/>
          </p:cNvSpPr>
          <p:nvPr/>
        </p:nvSpPr>
        <p:spPr>
          <a:xfrm>
            <a:off x="1097280" y="4773168"/>
            <a:ext cx="2651760" cy="369973"/>
          </a:xfrm>
          <a:prstGeom prst="rect">
            <a:avLst/>
          </a:prstGeom>
        </p:spPr>
        <p:txBody>
          <a:bodyPr wrap="square" lIns="0" tIns="0" rIns="0" bIns="256032">
            <a:spAutoFit/>
          </a:bodyPr>
          <a:lstStyle>
            <a:lvl1pPr marL="0" indent="0" algn="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b="0" i="0" dirty="0">
                <a:latin typeface="Helvetica Regular" pitchFamily="2" charset="0"/>
              </a:rPr>
              <a:t>Department of Statistics &amp; Data Science</a:t>
            </a:r>
          </a:p>
        </p:txBody>
      </p:sp>
      <p:sp>
        <p:nvSpPr>
          <p:cNvPr id="10" name="Text Placeholder-middle">
            <a:extLst>
              <a:ext uri="{FF2B5EF4-FFF2-40B4-BE49-F238E27FC236}">
                <a16:creationId xmlns:a16="http://schemas.microsoft.com/office/drawing/2014/main" id="{1D05E4E6-3004-4849-9241-63072375FC1B}"/>
              </a:ext>
            </a:extLst>
          </p:cNvPr>
          <p:cNvSpPr txBox="1">
            <a:spLocks/>
          </p:cNvSpPr>
          <p:nvPr/>
        </p:nvSpPr>
        <p:spPr>
          <a:xfrm>
            <a:off x="3840480" y="4773168"/>
            <a:ext cx="3474720" cy="369973"/>
          </a:xfrm>
          <a:prstGeom prst="rect">
            <a:avLst/>
          </a:prstGeom>
        </p:spPr>
        <p:txBody>
          <a:bodyPr wrap="square" lIns="0" tIns="0" rIns="0" bIns="256032">
            <a:spAutoFit/>
          </a:bodyPr>
          <a:lstStyle>
            <a:lvl1pPr marL="0" indent="0" algn="ct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dirty="0"/>
              <a:t>Portfolio Risk Stress-Tester</a:t>
            </a:r>
            <a:endParaRPr lang="en-US" b="0" i="0" dirty="0">
              <a:latin typeface="Helvetica Regular" pitchFamily="2" charset="0"/>
            </a:endParaRPr>
          </a:p>
        </p:txBody>
      </p:sp>
      <p:sp>
        <p:nvSpPr>
          <p:cNvPr id="4" name="Text Placeholder 3">
            <a:extLst>
              <a:ext uri="{FF2B5EF4-FFF2-40B4-BE49-F238E27FC236}">
                <a16:creationId xmlns:a16="http://schemas.microsoft.com/office/drawing/2014/main" id="{883B9C53-1485-764E-86F1-EF642FC86547}"/>
              </a:ext>
            </a:extLst>
          </p:cNvPr>
          <p:cNvSpPr>
            <a:spLocks noGrp="1"/>
          </p:cNvSpPr>
          <p:nvPr>
            <p:ph type="body" idx="1"/>
          </p:nvPr>
        </p:nvSpPr>
        <p:spPr>
          <a:xfrm>
            <a:off x="1097280" y="1188720"/>
            <a:ext cx="7315199" cy="1175771"/>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77186469"/>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8" r:id="rId13"/>
    <p:sldLayoutId id="2147483825" r:id="rId14"/>
    <p:sldLayoutId id="2147483826" r:id="rId15"/>
    <p:sldLayoutId id="2147483827" r:id="rId16"/>
  </p:sldLayoutIdLst>
  <p:hf hdr="0" ftr="0"/>
  <p:txStyles>
    <p:title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b="0" kern="1200">
          <a:solidFill>
            <a:srgbClr val="58595B"/>
          </a:solidFill>
          <a:latin typeface="+mn-lt"/>
          <a:ea typeface="+mn-ea"/>
          <a:cs typeface="+mn-cs"/>
        </a:defRPr>
      </a:lvl1pPr>
      <a:lvl2pPr marL="44805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baseline="0">
          <a:solidFill>
            <a:srgbClr val="58595B"/>
          </a:solidFill>
          <a:latin typeface="+mn-lt"/>
          <a:ea typeface="+mn-ea"/>
          <a:cs typeface="+mn-cs"/>
        </a:defRPr>
      </a:lvl2pPr>
      <a:lvl3pPr marL="72237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3pPr>
      <a:lvl4pPr marL="99669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a:solidFill>
            <a:srgbClr val="58595B"/>
          </a:solidFill>
          <a:latin typeface="+mn-lt"/>
          <a:ea typeface="+mn-ea"/>
          <a:cs typeface="+mn-cs"/>
        </a:defRPr>
      </a:lvl4pPr>
      <a:lvl5pPr marL="127101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5pPr>
      <a:lvl6pPr marL="628650" indent="-651510" algn="l" defTabSz="685800" rtl="0" eaLnBrk="1" latinLnBrk="0" hangingPunct="1">
        <a:lnSpc>
          <a:spcPct val="90000"/>
        </a:lnSpc>
        <a:spcBef>
          <a:spcPts val="0"/>
        </a:spcBef>
        <a:spcAft>
          <a:spcPts val="600"/>
        </a:spcAft>
        <a:buFont typeface="Arial" panose="020B0604020202020204" pitchFamily="34" charset="0"/>
        <a:buNone/>
        <a:defRPr sz="100" kern="1200">
          <a:solidFill>
            <a:schemeClr val="tx1"/>
          </a:solidFill>
          <a:latin typeface="+mn-lt"/>
          <a:ea typeface="+mn-ea"/>
          <a:cs typeface="+mn-cs"/>
        </a:defRPr>
      </a:lvl6pPr>
      <a:lvl7pPr marL="557784" indent="-194310" algn="l" defTabSz="685800" rtl="0" eaLnBrk="1" latinLnBrk="0" hangingPunct="1">
        <a:lnSpc>
          <a:spcPct val="90000"/>
        </a:lnSpc>
        <a:spcBef>
          <a:spcPts val="0"/>
        </a:spcBef>
        <a:spcAft>
          <a:spcPts val="600"/>
        </a:spcAft>
        <a:buFont typeface="Arial" panose="020B0604020202020204" pitchFamily="34" charset="0"/>
        <a:buChar char="•"/>
        <a:defRPr sz="5400" kern="1200">
          <a:solidFill>
            <a:schemeClr val="tx1"/>
          </a:solidFill>
          <a:latin typeface="+mn-lt"/>
          <a:ea typeface="+mn-ea"/>
          <a:cs typeface="+mn-cs"/>
        </a:defRPr>
      </a:lvl7pPr>
      <a:lvl8pPr marL="274320" indent="-171450" algn="l" defTabSz="685800" rtl="0" eaLnBrk="1" latinLnBrk="0" hangingPunct="1">
        <a:lnSpc>
          <a:spcPct val="90000"/>
        </a:lnSpc>
        <a:spcBef>
          <a:spcPts val="0"/>
        </a:spcBef>
        <a:spcAft>
          <a:spcPts val="600"/>
        </a:spcAft>
        <a:buFont typeface="Arial" panose="020B0604020202020204" pitchFamily="34" charset="0"/>
        <a:buChar char="•"/>
        <a:defRPr sz="1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41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0"/>
            <a:ext cx="9144000" cy="51365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685800" y="356673"/>
          <a:ext cx="7772400" cy="458139"/>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458139">
                <a:tc>
                  <a:txBody>
                    <a:bodyPr/>
                    <a:lstStyle/>
                    <a:p>
                      <a:pPr>
                        <a:lnSpc>
                          <a:spcPct val="100000"/>
                        </a:lnSpc>
                      </a:pPr>
                      <a:r>
                        <a:rPr lang="en-US" sz="2800" b="0" i="0" dirty="0">
                          <a:ln>
                            <a:noFill/>
                          </a:ln>
                          <a:solidFill>
                            <a:srgbClr val="58595B"/>
                          </a:solidFill>
                          <a:latin typeface="Helvetica Regular" pitchFamily="2" charset="0"/>
                          <a:cs typeface="Arial" panose="020B0604020202020204" pitchFamily="34" charset="0"/>
                        </a:rPr>
                        <a:t>Preferred Header Size</a:t>
                      </a:r>
                      <a:endParaRPr lang="en-US" sz="2800" b="0" i="0" dirty="0">
                        <a:ln>
                          <a:noFill/>
                        </a:ln>
                        <a:latin typeface="Helvetica Regular" pitchFamily="2" charset="0"/>
                      </a:endParaRPr>
                    </a:p>
                  </a:txBody>
                  <a:tcPr marL="0" marR="0" marT="0" marB="1828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900" y="4727575"/>
            <a:ext cx="423229" cy="136525"/>
          </a:xfrm>
          <a:prstGeom prst="rect">
            <a:avLst/>
          </a:prstGeom>
        </p:spPr>
      </p:pic>
      <p:sp>
        <p:nvSpPr>
          <p:cNvPr id="10" name="Date Placeholder">
            <a:extLst>
              <a:ext uri="{FF2B5EF4-FFF2-40B4-BE49-F238E27FC236}">
                <a16:creationId xmlns:a16="http://schemas.microsoft.com/office/drawing/2014/main" id="{FA478317-E98C-5C4D-8ED4-27BAFC60FBB0}"/>
              </a:ext>
            </a:extLst>
          </p:cNvPr>
          <p:cNvSpPr txBox="1">
            <a:spLocks/>
          </p:cNvSpPr>
          <p:nvPr/>
        </p:nvSpPr>
        <p:spPr>
          <a:xfrm>
            <a:off x="7407534" y="4754880"/>
            <a:ext cx="941832" cy="381643"/>
          </a:xfrm>
          <a:prstGeom prst="rect">
            <a:avLst/>
          </a:prstGeom>
        </p:spPr>
        <p:txBody>
          <a:bodyPr vert="horz" wrap="square" lIns="0" tIns="0" rIns="0" bIns="256032" rtlCol="0" anchor="t" anchorCtr="0">
            <a:spAutoFit/>
          </a:bodyPr>
          <a:lstStyle>
            <a:defPPr>
              <a:defRPr lang="en-US"/>
            </a:defPPr>
            <a:lvl1pPr marL="0" algn="r"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DB7B64D7-70E9-C546-AE78-4C392EDC5411}" type="datetime4">
              <a:rPr lang="en-US" smtClean="0">
                <a:solidFill>
                  <a:schemeClr val="bg1"/>
                </a:solidFill>
              </a:rPr>
              <a:pPr/>
              <a:t>May 3, 2026</a:t>
            </a:fld>
            <a:endParaRPr lang="en-US" dirty="0">
              <a:solidFill>
                <a:schemeClr val="bg1"/>
              </a:solidFill>
            </a:endParaRPr>
          </a:p>
        </p:txBody>
      </p:sp>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8686800" y="4754880"/>
            <a:ext cx="457200" cy="381643"/>
          </a:xfrm>
          <a:prstGeom prst="rect">
            <a:avLst/>
          </a:prstGeom>
        </p:spPr>
        <p:txBody>
          <a:bodyPr vert="horz" wrap="square" lIns="0" tIns="0" rIns="0" bIns="256032"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mtClean="0">
                <a:solidFill>
                  <a:schemeClr val="bg1"/>
                </a:solidFill>
              </a:rPr>
              <a:pPr/>
              <a:t>‹#›</a:t>
            </a:fld>
            <a:endParaRPr lang="en-US" dirty="0">
              <a:solidFill>
                <a:schemeClr val="bg1"/>
              </a:solidFill>
            </a:endParaRPr>
          </a:p>
        </p:txBody>
      </p:sp>
      <p:sp>
        <p:nvSpPr>
          <p:cNvPr id="12" name="Text Placeholder-left">
            <a:extLst>
              <a:ext uri="{FF2B5EF4-FFF2-40B4-BE49-F238E27FC236}">
                <a16:creationId xmlns:a16="http://schemas.microsoft.com/office/drawing/2014/main" id="{23F08363-883B-8749-9AEA-BC16C3EB8CE3}"/>
              </a:ext>
            </a:extLst>
          </p:cNvPr>
          <p:cNvSpPr txBox="1">
            <a:spLocks/>
          </p:cNvSpPr>
          <p:nvPr/>
        </p:nvSpPr>
        <p:spPr>
          <a:xfrm>
            <a:off x="1097280" y="4773168"/>
            <a:ext cx="2651760" cy="369973"/>
          </a:xfrm>
          <a:prstGeom prst="rect">
            <a:avLst/>
          </a:prstGeom>
        </p:spPr>
        <p:txBody>
          <a:bodyPr wrap="square" lIns="0" tIns="0" rIns="0" bIns="256032">
            <a:spAutoFit/>
          </a:bodyPr>
          <a:lstStyle>
            <a:lvl1pPr marL="0" indent="0" algn="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b="0" i="0" dirty="0">
                <a:solidFill>
                  <a:schemeClr val="bg1"/>
                </a:solidFill>
                <a:latin typeface="Helvetica Regular" pitchFamily="2" charset="0"/>
              </a:rPr>
              <a:t>Department Name (edit in Slide Master)</a:t>
            </a:r>
          </a:p>
        </p:txBody>
      </p:sp>
      <p:sp>
        <p:nvSpPr>
          <p:cNvPr id="13" name="Text Placeholder-middle">
            <a:extLst>
              <a:ext uri="{FF2B5EF4-FFF2-40B4-BE49-F238E27FC236}">
                <a16:creationId xmlns:a16="http://schemas.microsoft.com/office/drawing/2014/main" id="{71380050-84F1-D143-BCF2-F067E310EFE8}"/>
              </a:ext>
            </a:extLst>
          </p:cNvPr>
          <p:cNvSpPr txBox="1">
            <a:spLocks/>
          </p:cNvSpPr>
          <p:nvPr/>
        </p:nvSpPr>
        <p:spPr>
          <a:xfrm>
            <a:off x="3840480" y="4773168"/>
            <a:ext cx="3474720" cy="369973"/>
          </a:xfrm>
          <a:prstGeom prst="rect">
            <a:avLst/>
          </a:prstGeom>
        </p:spPr>
        <p:txBody>
          <a:bodyPr wrap="square" lIns="0" tIns="0" rIns="0" bIns="256032">
            <a:spAutoFit/>
          </a:bodyPr>
          <a:lstStyle>
            <a:lvl1pPr marL="0" indent="0" algn="ct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b="0" i="0" dirty="0">
                <a:solidFill>
                  <a:schemeClr val="bg1"/>
                </a:solidFill>
                <a:latin typeface="Helvetica Regular" pitchFamily="2" charset="0"/>
              </a:rPr>
              <a:t>Presentation Title (edit in Slide Master)</a:t>
            </a:r>
          </a:p>
        </p:txBody>
      </p:sp>
    </p:spTree>
    <p:extLst>
      <p:ext uri="{BB962C8B-B14F-4D97-AF65-F5344CB8AC3E}">
        <p14:creationId xmlns:p14="http://schemas.microsoft.com/office/powerpoint/2010/main" val="1216462480"/>
      </p:ext>
    </p:extLst>
  </p:cSld>
  <p:clrMap bg1="lt1" tx1="dk1" bg2="lt2" tx2="dk2" accent1="accent1" accent2="accent2" accent3="accent3" accent4="accent4" accent5="accent5" accent6="accent6" hlink="hlink" folHlink="folHlink"/>
  <p:sldLayoutIdLst>
    <p:sldLayoutId id="2147483811" r:id="rId1"/>
  </p:sldLayoutIdLst>
  <p:hf hdr="0" ftr="0"/>
  <p:txStyles>
    <p:titleStyle>
      <a:lvl1pPr algn="l" defTabSz="685800" rtl="0" eaLnBrk="1" latinLnBrk="0" hangingPunct="1">
        <a:lnSpc>
          <a:spcPct val="90000"/>
        </a:lnSpc>
        <a:spcBef>
          <a:spcPct val="0"/>
        </a:spcBef>
        <a:buNone/>
        <a:defRPr sz="2800" b="1" i="0" kern="120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kern="1200">
          <a:solidFill>
            <a:srgbClr val="58595B"/>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14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7EE1D15-EA9A-FA4A-BE1F-2B9CAA596498}"/>
              </a:ext>
            </a:extLst>
          </p:cNvPr>
          <p:cNvSpPr>
            <a:spLocks noGrp="1"/>
          </p:cNvSpPr>
          <p:nvPr>
            <p:ph sz="quarter" idx="22"/>
          </p:nvPr>
        </p:nvSpPr>
        <p:spPr>
          <a:xfrm>
            <a:off x="640080" y="4664274"/>
            <a:ext cx="2742354" cy="166199"/>
          </a:xfrm>
        </p:spPr>
        <p:txBody>
          <a:bodyPr/>
          <a:lstStyle/>
          <a:p>
            <a:r>
              <a:rPr lang="en-US" dirty="0"/>
              <a:t>Department of Statistics &amp; Data Science</a:t>
            </a:r>
          </a:p>
        </p:txBody>
      </p:sp>
      <p:sp>
        <p:nvSpPr>
          <p:cNvPr id="11" name="Content Placeholder 10">
            <a:extLst>
              <a:ext uri="{FF2B5EF4-FFF2-40B4-BE49-F238E27FC236}">
                <a16:creationId xmlns:a16="http://schemas.microsoft.com/office/drawing/2014/main" id="{5B4A7A6C-6FF2-5644-AE82-53B6FDD0682B}"/>
              </a:ext>
            </a:extLst>
          </p:cNvPr>
          <p:cNvSpPr>
            <a:spLocks noGrp="1"/>
          </p:cNvSpPr>
          <p:nvPr>
            <p:ph sz="quarter" idx="23"/>
          </p:nvPr>
        </p:nvSpPr>
        <p:spPr>
          <a:xfrm>
            <a:off x="640080" y="4481394"/>
            <a:ext cx="788999" cy="166199"/>
          </a:xfrm>
        </p:spPr>
        <p:txBody>
          <a:bodyPr/>
          <a:lstStyle/>
          <a:p>
            <a:r>
              <a:rPr lang="en-US" dirty="0"/>
              <a:t>Mark Wang</a:t>
            </a:r>
          </a:p>
        </p:txBody>
      </p:sp>
      <p:sp>
        <p:nvSpPr>
          <p:cNvPr id="10" name="Text Placeholder 9">
            <a:extLst>
              <a:ext uri="{FF2B5EF4-FFF2-40B4-BE49-F238E27FC236}">
                <a16:creationId xmlns:a16="http://schemas.microsoft.com/office/drawing/2014/main" id="{BBEAB19E-9D7C-FF4A-8C05-58A45714A95F}"/>
              </a:ext>
            </a:extLst>
          </p:cNvPr>
          <p:cNvSpPr>
            <a:spLocks noGrp="1"/>
          </p:cNvSpPr>
          <p:nvPr>
            <p:ph type="body" sz="quarter" idx="31"/>
          </p:nvPr>
        </p:nvSpPr>
        <p:spPr>
          <a:xfrm>
            <a:off x="640080" y="1945483"/>
            <a:ext cx="7772400" cy="997196"/>
          </a:xfrm>
        </p:spPr>
        <p:txBody>
          <a:bodyPr/>
          <a:lstStyle/>
          <a:p>
            <a:r>
              <a:rPr lang="en-US" dirty="0"/>
              <a:t>STATS418 Proposal Presentation: Portfolio Risk Stress-Tester</a:t>
            </a:r>
          </a:p>
        </p:txBody>
      </p:sp>
    </p:spTree>
    <p:extLst>
      <p:ext uri="{BB962C8B-B14F-4D97-AF65-F5344CB8AC3E}">
        <p14:creationId xmlns:p14="http://schemas.microsoft.com/office/powerpoint/2010/main" val="92278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CDFCD0-1186-3ACA-E152-CAFC5398BB4B}"/>
              </a:ext>
            </a:extLst>
          </p:cNvPr>
          <p:cNvSpPr>
            <a:spLocks noGrp="1"/>
          </p:cNvSpPr>
          <p:nvPr>
            <p:ph type="body" sz="quarter" idx="13"/>
          </p:nvPr>
        </p:nvSpPr>
        <p:spPr>
          <a:xfrm>
            <a:off x="1097280" y="1554480"/>
            <a:ext cx="6858000" cy="430887"/>
          </a:xfrm>
        </p:spPr>
        <p:txBody>
          <a:bodyPr/>
          <a:lstStyle/>
          <a:p>
            <a:r>
              <a:rPr lang="en-US" dirty="0"/>
              <a:t>A large topic of focus in quantitative finance and risk management is the study of options trading. Thus, we are interested in building a system can do the following:</a:t>
            </a:r>
          </a:p>
        </p:txBody>
      </p:sp>
      <p:sp>
        <p:nvSpPr>
          <p:cNvPr id="3" name="Text Placeholder 2">
            <a:extLst>
              <a:ext uri="{FF2B5EF4-FFF2-40B4-BE49-F238E27FC236}">
                <a16:creationId xmlns:a16="http://schemas.microsoft.com/office/drawing/2014/main" id="{193C3183-4589-30C3-3EC0-4ED26ECA1131}"/>
              </a:ext>
            </a:extLst>
          </p:cNvPr>
          <p:cNvSpPr>
            <a:spLocks noGrp="1"/>
          </p:cNvSpPr>
          <p:nvPr>
            <p:ph type="body" sz="quarter" idx="15"/>
          </p:nvPr>
        </p:nvSpPr>
        <p:spPr/>
        <p:txBody>
          <a:bodyPr/>
          <a:lstStyle/>
          <a:p>
            <a:r>
              <a:rPr lang="en-US" dirty="0"/>
              <a:t>Proposed Application</a:t>
            </a:r>
          </a:p>
        </p:txBody>
      </p:sp>
      <p:sp>
        <p:nvSpPr>
          <p:cNvPr id="4" name="Date Placeholder 3">
            <a:extLst>
              <a:ext uri="{FF2B5EF4-FFF2-40B4-BE49-F238E27FC236}">
                <a16:creationId xmlns:a16="http://schemas.microsoft.com/office/drawing/2014/main" id="{7C0FDC2D-22C5-2B82-4E3A-632E47513C1C}"/>
              </a:ext>
            </a:extLst>
          </p:cNvPr>
          <p:cNvSpPr>
            <a:spLocks noGrp="1"/>
          </p:cNvSpPr>
          <p:nvPr>
            <p:ph type="dt" sz="half" idx="18"/>
          </p:nvPr>
        </p:nvSpPr>
        <p:spPr/>
        <p:txBody>
          <a:bodyPr/>
          <a:lstStyle/>
          <a:p>
            <a:fld id="{F7BF61F8-88B3-FE4F-8169-B5261E98FF9B}" type="datetime4">
              <a:rPr lang="en-US" smtClean="0"/>
              <a:t>May 3, 2026</a:t>
            </a:fld>
            <a:endParaRPr lang="en-US" dirty="0"/>
          </a:p>
        </p:txBody>
      </p:sp>
      <p:sp>
        <p:nvSpPr>
          <p:cNvPr id="5" name="Slide Number Placeholder 4">
            <a:extLst>
              <a:ext uri="{FF2B5EF4-FFF2-40B4-BE49-F238E27FC236}">
                <a16:creationId xmlns:a16="http://schemas.microsoft.com/office/drawing/2014/main" id="{2847800F-A0F6-A36E-7B13-96B673B82A04}"/>
              </a:ext>
            </a:extLst>
          </p:cNvPr>
          <p:cNvSpPr>
            <a:spLocks noGrp="1"/>
          </p:cNvSpPr>
          <p:nvPr>
            <p:ph type="sldNum" sz="quarter" idx="19"/>
          </p:nvPr>
        </p:nvSpPr>
        <p:spPr/>
        <p:txBody>
          <a:bodyPr/>
          <a:lstStyle/>
          <a:p>
            <a:fld id="{B6238B5B-F19C-E947-A0BC-87BD7983F871}" type="slidenum">
              <a:rPr lang="en-US" smtClean="0"/>
              <a:pPr/>
              <a:t>2</a:t>
            </a:fld>
            <a:endParaRPr lang="en-US" dirty="0"/>
          </a:p>
        </p:txBody>
      </p:sp>
      <p:sp>
        <p:nvSpPr>
          <p:cNvPr id="6" name="Title 5">
            <a:extLst>
              <a:ext uri="{FF2B5EF4-FFF2-40B4-BE49-F238E27FC236}">
                <a16:creationId xmlns:a16="http://schemas.microsoft.com/office/drawing/2014/main" id="{2AF327BE-572C-9A4B-F86E-F8F5C17B214B}"/>
              </a:ext>
            </a:extLst>
          </p:cNvPr>
          <p:cNvSpPr>
            <a:spLocks noGrp="1"/>
          </p:cNvSpPr>
          <p:nvPr>
            <p:ph type="title"/>
          </p:nvPr>
        </p:nvSpPr>
        <p:spPr/>
        <p:txBody>
          <a:bodyPr/>
          <a:lstStyle/>
          <a:p>
            <a:r>
              <a:rPr lang="en-US" dirty="0"/>
              <a:t>Motivation</a:t>
            </a:r>
          </a:p>
        </p:txBody>
      </p:sp>
      <p:sp>
        <p:nvSpPr>
          <p:cNvPr id="7" name="Text Placeholder 6">
            <a:extLst>
              <a:ext uri="{FF2B5EF4-FFF2-40B4-BE49-F238E27FC236}">
                <a16:creationId xmlns:a16="http://schemas.microsoft.com/office/drawing/2014/main" id="{AC6FD09B-708B-A448-77A4-5BF1E2FE70DC}"/>
              </a:ext>
            </a:extLst>
          </p:cNvPr>
          <p:cNvSpPr>
            <a:spLocks noGrp="1"/>
          </p:cNvSpPr>
          <p:nvPr>
            <p:ph type="body" sz="quarter" idx="21"/>
          </p:nvPr>
        </p:nvSpPr>
        <p:spPr>
          <a:xfrm>
            <a:off x="1097281" y="2286000"/>
            <a:ext cx="6858000" cy="1084464"/>
          </a:xfrm>
        </p:spPr>
        <p:txBody>
          <a:bodyPr/>
          <a:lstStyle/>
          <a:p>
            <a:r>
              <a:rPr lang="en-US" dirty="0"/>
              <a:t>Collect real market data (historical prices, options chains)</a:t>
            </a:r>
          </a:p>
          <a:p>
            <a:r>
              <a:rPr lang="en-US" dirty="0"/>
              <a:t>Perform EDA to understand market structure</a:t>
            </a:r>
          </a:p>
          <a:p>
            <a:r>
              <a:rPr lang="en-US" dirty="0"/>
              <a:t>Develop and compare multiple modeling approaches for options pricing</a:t>
            </a:r>
          </a:p>
          <a:p>
            <a:r>
              <a:rPr lang="en-US" dirty="0"/>
              <a:t>Enable portfolio risk quantification through Value-at-Risk calculations</a:t>
            </a:r>
          </a:p>
        </p:txBody>
      </p:sp>
    </p:spTree>
    <p:extLst>
      <p:ext uri="{BB962C8B-B14F-4D97-AF65-F5344CB8AC3E}">
        <p14:creationId xmlns:p14="http://schemas.microsoft.com/office/powerpoint/2010/main" val="981082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440676-F38F-D166-729D-6293EFA1ECEA}"/>
              </a:ext>
            </a:extLst>
          </p:cNvPr>
          <p:cNvSpPr>
            <a:spLocks noGrp="1"/>
          </p:cNvSpPr>
          <p:nvPr>
            <p:ph type="dt" sz="half" idx="18"/>
          </p:nvPr>
        </p:nvSpPr>
        <p:spPr>
          <a:xfrm>
            <a:off x="7407534" y="4754880"/>
            <a:ext cx="941832" cy="381643"/>
          </a:xfrm>
        </p:spPr>
        <p:txBody>
          <a:bodyPr wrap="square" anchor="t">
            <a:normAutofit/>
          </a:bodyPr>
          <a:lstStyle/>
          <a:p>
            <a:pPr>
              <a:spcAft>
                <a:spcPts val="600"/>
              </a:spcAft>
            </a:pPr>
            <a:fld id="{92B87C6E-9F56-9A4E-BC38-C7FEA0F12D86}" type="datetime4">
              <a:rPr lang="en-US" smtClean="0"/>
              <a:pPr>
                <a:spcAft>
                  <a:spcPts val="600"/>
                </a:spcAft>
              </a:pPr>
              <a:t>May 3, 2026</a:t>
            </a:fld>
            <a:endParaRPr lang="en-US"/>
          </a:p>
        </p:txBody>
      </p:sp>
      <p:sp>
        <p:nvSpPr>
          <p:cNvPr id="3" name="Slide Number Placeholder 2">
            <a:extLst>
              <a:ext uri="{FF2B5EF4-FFF2-40B4-BE49-F238E27FC236}">
                <a16:creationId xmlns:a16="http://schemas.microsoft.com/office/drawing/2014/main" id="{8829ADBD-F30B-D967-89F7-8DA0C61F2DC0}"/>
              </a:ext>
            </a:extLst>
          </p:cNvPr>
          <p:cNvSpPr>
            <a:spLocks noGrp="1"/>
          </p:cNvSpPr>
          <p:nvPr>
            <p:ph type="sldNum" sz="quarter" idx="19"/>
          </p:nvPr>
        </p:nvSpPr>
        <p:spPr>
          <a:xfrm>
            <a:off x="8686800" y="4754880"/>
            <a:ext cx="457200" cy="365760"/>
          </a:xfrm>
        </p:spPr>
        <p:txBody>
          <a:bodyPr wrap="square" anchor="t">
            <a:normAutofit lnSpcReduction="10000"/>
          </a:bodyPr>
          <a:lstStyle/>
          <a:p>
            <a:pPr>
              <a:lnSpc>
                <a:spcPct val="90000"/>
              </a:lnSpc>
              <a:spcAft>
                <a:spcPts val="600"/>
              </a:spcAft>
            </a:pPr>
            <a:fld id="{B6238B5B-F19C-E947-A0BC-87BD7983F871}" type="slidenum">
              <a:rPr lang="en-US" smtClean="0"/>
              <a:pPr>
                <a:lnSpc>
                  <a:spcPct val="90000"/>
                </a:lnSpc>
                <a:spcAft>
                  <a:spcPts val="600"/>
                </a:spcAft>
              </a:pPr>
              <a:t>3</a:t>
            </a:fld>
            <a:endParaRPr lang="en-US"/>
          </a:p>
        </p:txBody>
      </p:sp>
      <p:pic>
        <p:nvPicPr>
          <p:cNvPr id="19" name="Picture 18">
            <a:extLst>
              <a:ext uri="{FF2B5EF4-FFF2-40B4-BE49-F238E27FC236}">
                <a16:creationId xmlns:a16="http://schemas.microsoft.com/office/drawing/2014/main" id="{FA4434A0-798B-F336-81BB-F0066C7CEE09}"/>
              </a:ext>
            </a:extLst>
          </p:cNvPr>
          <p:cNvPicPr>
            <a:picLocks noChangeAspect="1"/>
          </p:cNvPicPr>
          <p:nvPr/>
        </p:nvPicPr>
        <p:blipFill>
          <a:blip r:embed="rId2"/>
          <a:stretch>
            <a:fillRect/>
          </a:stretch>
        </p:blipFill>
        <p:spPr>
          <a:xfrm>
            <a:off x="1994851" y="888007"/>
            <a:ext cx="5154298" cy="3646669"/>
          </a:xfrm>
          <a:prstGeom prst="rect">
            <a:avLst/>
          </a:prstGeom>
          <a:noFill/>
        </p:spPr>
      </p:pic>
      <p:sp>
        <p:nvSpPr>
          <p:cNvPr id="24" name="Title 4">
            <a:extLst>
              <a:ext uri="{FF2B5EF4-FFF2-40B4-BE49-F238E27FC236}">
                <a16:creationId xmlns:a16="http://schemas.microsoft.com/office/drawing/2014/main" id="{8A56CF3A-51B4-6965-492D-B45FD51EFBE0}"/>
              </a:ext>
            </a:extLst>
          </p:cNvPr>
          <p:cNvSpPr>
            <a:spLocks noGrp="1"/>
          </p:cNvSpPr>
          <p:nvPr>
            <p:ph type="title"/>
          </p:nvPr>
        </p:nvSpPr>
        <p:spPr>
          <a:xfrm>
            <a:off x="640079" y="367401"/>
            <a:ext cx="7772400" cy="389979"/>
          </a:xfrm>
        </p:spPr>
        <p:txBody>
          <a:bodyPr/>
          <a:lstStyle/>
          <a:p>
            <a:r>
              <a:rPr lang="en-US" dirty="0"/>
              <a:t>Data Collection Approach &amp; Progress</a:t>
            </a:r>
          </a:p>
        </p:txBody>
      </p:sp>
    </p:spTree>
    <p:extLst>
      <p:ext uri="{BB962C8B-B14F-4D97-AF65-F5344CB8AC3E}">
        <p14:creationId xmlns:p14="http://schemas.microsoft.com/office/powerpoint/2010/main" val="3896248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551ED5-18B8-42E6-AFFF-88FC6CC552B4}"/>
              </a:ext>
            </a:extLst>
          </p:cNvPr>
          <p:cNvSpPr>
            <a:spLocks noGrp="1"/>
          </p:cNvSpPr>
          <p:nvPr>
            <p:ph type="dt" sz="half" idx="18"/>
          </p:nvPr>
        </p:nvSpPr>
        <p:spPr/>
        <p:txBody>
          <a:bodyPr/>
          <a:lstStyle/>
          <a:p>
            <a:fld id="{92B87C6E-9F56-9A4E-BC38-C7FEA0F12D86}" type="datetime4">
              <a:rPr lang="en-US" smtClean="0"/>
              <a:t>May 3, 2026</a:t>
            </a:fld>
            <a:endParaRPr lang="en-US" dirty="0"/>
          </a:p>
        </p:txBody>
      </p:sp>
      <p:sp>
        <p:nvSpPr>
          <p:cNvPr id="3" name="Slide Number Placeholder 2">
            <a:extLst>
              <a:ext uri="{FF2B5EF4-FFF2-40B4-BE49-F238E27FC236}">
                <a16:creationId xmlns:a16="http://schemas.microsoft.com/office/drawing/2014/main" id="{128B0202-5AF0-BFA3-94D7-B6116FD0D032}"/>
              </a:ext>
            </a:extLst>
          </p:cNvPr>
          <p:cNvSpPr>
            <a:spLocks noGrp="1"/>
          </p:cNvSpPr>
          <p:nvPr>
            <p:ph type="sldNum" sz="quarter" idx="19"/>
          </p:nvPr>
        </p:nvSpPr>
        <p:spPr/>
        <p:txBody>
          <a:bodyPr/>
          <a:lstStyle/>
          <a:p>
            <a:fld id="{B6238B5B-F19C-E947-A0BC-87BD7983F871}" type="slidenum">
              <a:rPr lang="en-US" smtClean="0"/>
              <a:pPr/>
              <a:t>4</a:t>
            </a:fld>
            <a:endParaRPr lang="en-US" dirty="0"/>
          </a:p>
        </p:txBody>
      </p:sp>
      <p:sp>
        <p:nvSpPr>
          <p:cNvPr id="5" name="Title 4">
            <a:extLst>
              <a:ext uri="{FF2B5EF4-FFF2-40B4-BE49-F238E27FC236}">
                <a16:creationId xmlns:a16="http://schemas.microsoft.com/office/drawing/2014/main" id="{E5A00C6A-44E2-470B-13ED-DA6A92FBD4AE}"/>
              </a:ext>
            </a:extLst>
          </p:cNvPr>
          <p:cNvSpPr>
            <a:spLocks noGrp="1"/>
          </p:cNvSpPr>
          <p:nvPr>
            <p:ph type="title"/>
          </p:nvPr>
        </p:nvSpPr>
        <p:spPr/>
        <p:txBody>
          <a:bodyPr/>
          <a:lstStyle/>
          <a:p>
            <a:r>
              <a:rPr lang="en-US" dirty="0"/>
              <a:t>Exploratory Data Analysis</a:t>
            </a:r>
          </a:p>
        </p:txBody>
      </p:sp>
      <p:pic>
        <p:nvPicPr>
          <p:cNvPr id="15" name="Picture 14">
            <a:extLst>
              <a:ext uri="{FF2B5EF4-FFF2-40B4-BE49-F238E27FC236}">
                <a16:creationId xmlns:a16="http://schemas.microsoft.com/office/drawing/2014/main" id="{573F59B7-95C1-6B12-5EF1-5EB481316E88}"/>
              </a:ext>
            </a:extLst>
          </p:cNvPr>
          <p:cNvPicPr>
            <a:picLocks noChangeAspect="1"/>
          </p:cNvPicPr>
          <p:nvPr/>
        </p:nvPicPr>
        <p:blipFill>
          <a:blip r:embed="rId2"/>
          <a:stretch>
            <a:fillRect/>
          </a:stretch>
        </p:blipFill>
        <p:spPr>
          <a:xfrm>
            <a:off x="685800" y="1361574"/>
            <a:ext cx="7772400" cy="2420352"/>
          </a:xfrm>
          <a:prstGeom prst="rect">
            <a:avLst/>
          </a:prstGeom>
        </p:spPr>
      </p:pic>
    </p:spTree>
    <p:extLst>
      <p:ext uri="{BB962C8B-B14F-4D97-AF65-F5344CB8AC3E}">
        <p14:creationId xmlns:p14="http://schemas.microsoft.com/office/powerpoint/2010/main" val="4015799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1D4B49-D9D1-0990-2E87-8E253EC5B03E}"/>
              </a:ext>
            </a:extLst>
          </p:cNvPr>
          <p:cNvSpPr>
            <a:spLocks noGrp="1"/>
          </p:cNvSpPr>
          <p:nvPr>
            <p:ph type="dt" sz="half" idx="18"/>
          </p:nvPr>
        </p:nvSpPr>
        <p:spPr/>
        <p:txBody>
          <a:bodyPr/>
          <a:lstStyle/>
          <a:p>
            <a:fld id="{92B87C6E-9F56-9A4E-BC38-C7FEA0F12D86}" type="datetime4">
              <a:rPr lang="en-US" smtClean="0"/>
              <a:t>May 3, 2026</a:t>
            </a:fld>
            <a:endParaRPr lang="en-US" dirty="0"/>
          </a:p>
        </p:txBody>
      </p:sp>
      <p:sp>
        <p:nvSpPr>
          <p:cNvPr id="3" name="Slide Number Placeholder 2">
            <a:extLst>
              <a:ext uri="{FF2B5EF4-FFF2-40B4-BE49-F238E27FC236}">
                <a16:creationId xmlns:a16="http://schemas.microsoft.com/office/drawing/2014/main" id="{94197DA5-E09B-92EE-534C-8BB55C69F7D1}"/>
              </a:ext>
            </a:extLst>
          </p:cNvPr>
          <p:cNvSpPr>
            <a:spLocks noGrp="1"/>
          </p:cNvSpPr>
          <p:nvPr>
            <p:ph type="sldNum" sz="quarter" idx="19"/>
          </p:nvPr>
        </p:nvSpPr>
        <p:spPr/>
        <p:txBody>
          <a:bodyPr/>
          <a:lstStyle/>
          <a:p>
            <a:fld id="{B6238B5B-F19C-E947-A0BC-87BD7983F871}" type="slidenum">
              <a:rPr lang="en-US" smtClean="0"/>
              <a:pPr/>
              <a:t>5</a:t>
            </a:fld>
            <a:endParaRPr lang="en-US" dirty="0"/>
          </a:p>
        </p:txBody>
      </p:sp>
      <p:sp>
        <p:nvSpPr>
          <p:cNvPr id="5" name="Title 4">
            <a:extLst>
              <a:ext uri="{FF2B5EF4-FFF2-40B4-BE49-F238E27FC236}">
                <a16:creationId xmlns:a16="http://schemas.microsoft.com/office/drawing/2014/main" id="{9027CCCC-FE20-2555-2D1B-6DD2BA2C68EB}"/>
              </a:ext>
            </a:extLst>
          </p:cNvPr>
          <p:cNvSpPr>
            <a:spLocks noGrp="1"/>
          </p:cNvSpPr>
          <p:nvPr>
            <p:ph type="title"/>
          </p:nvPr>
        </p:nvSpPr>
        <p:spPr/>
        <p:txBody>
          <a:bodyPr/>
          <a:lstStyle/>
          <a:p>
            <a:r>
              <a:rPr lang="en-US" dirty="0"/>
              <a:t>Proposed Modeling Approaches</a:t>
            </a:r>
          </a:p>
        </p:txBody>
      </p:sp>
      <p:pic>
        <p:nvPicPr>
          <p:cNvPr id="9" name="Picture 8">
            <a:extLst>
              <a:ext uri="{FF2B5EF4-FFF2-40B4-BE49-F238E27FC236}">
                <a16:creationId xmlns:a16="http://schemas.microsoft.com/office/drawing/2014/main" id="{FC8A252D-4692-CB40-6F1A-64DD8EE28CD5}"/>
              </a:ext>
            </a:extLst>
          </p:cNvPr>
          <p:cNvPicPr>
            <a:picLocks noChangeAspect="1"/>
          </p:cNvPicPr>
          <p:nvPr/>
        </p:nvPicPr>
        <p:blipFill>
          <a:blip r:embed="rId2"/>
          <a:stretch>
            <a:fillRect/>
          </a:stretch>
        </p:blipFill>
        <p:spPr>
          <a:xfrm>
            <a:off x="1972954" y="948262"/>
            <a:ext cx="5198092" cy="3691323"/>
          </a:xfrm>
          <a:prstGeom prst="rect">
            <a:avLst/>
          </a:prstGeom>
        </p:spPr>
      </p:pic>
    </p:spTree>
    <p:extLst>
      <p:ext uri="{BB962C8B-B14F-4D97-AF65-F5344CB8AC3E}">
        <p14:creationId xmlns:p14="http://schemas.microsoft.com/office/powerpoint/2010/main" val="2834854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D9636F-7FE8-5034-0CEB-7127BE3D501C}"/>
              </a:ext>
            </a:extLst>
          </p:cNvPr>
          <p:cNvSpPr>
            <a:spLocks noGrp="1"/>
          </p:cNvSpPr>
          <p:nvPr>
            <p:ph type="dt" sz="half" idx="18"/>
          </p:nvPr>
        </p:nvSpPr>
        <p:spPr/>
        <p:txBody>
          <a:bodyPr/>
          <a:lstStyle/>
          <a:p>
            <a:fld id="{92B87C6E-9F56-9A4E-BC38-C7FEA0F12D86}" type="datetime4">
              <a:rPr lang="en-US" smtClean="0"/>
              <a:t>May 3, 2026</a:t>
            </a:fld>
            <a:endParaRPr lang="en-US" dirty="0"/>
          </a:p>
        </p:txBody>
      </p:sp>
      <p:sp>
        <p:nvSpPr>
          <p:cNvPr id="3" name="Slide Number Placeholder 2">
            <a:extLst>
              <a:ext uri="{FF2B5EF4-FFF2-40B4-BE49-F238E27FC236}">
                <a16:creationId xmlns:a16="http://schemas.microsoft.com/office/drawing/2014/main" id="{31C4ECAA-8D50-EC1A-D8C8-CDD3B5C04137}"/>
              </a:ext>
            </a:extLst>
          </p:cNvPr>
          <p:cNvSpPr>
            <a:spLocks noGrp="1"/>
          </p:cNvSpPr>
          <p:nvPr>
            <p:ph type="sldNum" sz="quarter" idx="19"/>
          </p:nvPr>
        </p:nvSpPr>
        <p:spPr/>
        <p:txBody>
          <a:bodyPr/>
          <a:lstStyle/>
          <a:p>
            <a:fld id="{B6238B5B-F19C-E947-A0BC-87BD7983F871}" type="slidenum">
              <a:rPr lang="en-US" smtClean="0"/>
              <a:pPr/>
              <a:t>6</a:t>
            </a:fld>
            <a:endParaRPr lang="en-US" dirty="0"/>
          </a:p>
        </p:txBody>
      </p:sp>
      <p:sp>
        <p:nvSpPr>
          <p:cNvPr id="5" name="Title 4">
            <a:extLst>
              <a:ext uri="{FF2B5EF4-FFF2-40B4-BE49-F238E27FC236}">
                <a16:creationId xmlns:a16="http://schemas.microsoft.com/office/drawing/2014/main" id="{B104FB41-0FB3-3581-D16D-F13405C0B2F9}"/>
              </a:ext>
            </a:extLst>
          </p:cNvPr>
          <p:cNvSpPr>
            <a:spLocks noGrp="1"/>
          </p:cNvSpPr>
          <p:nvPr>
            <p:ph type="title"/>
          </p:nvPr>
        </p:nvSpPr>
        <p:spPr/>
        <p:txBody>
          <a:bodyPr/>
          <a:lstStyle/>
          <a:p>
            <a:r>
              <a:rPr lang="en-US" dirty="0"/>
              <a:t>Timeline &amp; Milestones</a:t>
            </a:r>
          </a:p>
        </p:txBody>
      </p:sp>
      <p:pic>
        <p:nvPicPr>
          <p:cNvPr id="9" name="Picture 8">
            <a:extLst>
              <a:ext uri="{FF2B5EF4-FFF2-40B4-BE49-F238E27FC236}">
                <a16:creationId xmlns:a16="http://schemas.microsoft.com/office/drawing/2014/main" id="{AB77343B-425B-D0C7-2797-ECBD7B9C90B1}"/>
              </a:ext>
            </a:extLst>
          </p:cNvPr>
          <p:cNvPicPr>
            <a:picLocks noChangeAspect="1"/>
          </p:cNvPicPr>
          <p:nvPr/>
        </p:nvPicPr>
        <p:blipFill>
          <a:blip r:embed="rId2"/>
          <a:stretch>
            <a:fillRect/>
          </a:stretch>
        </p:blipFill>
        <p:spPr>
          <a:xfrm>
            <a:off x="685800" y="1046465"/>
            <a:ext cx="7772400" cy="3295497"/>
          </a:xfrm>
          <a:prstGeom prst="rect">
            <a:avLst/>
          </a:prstGeom>
        </p:spPr>
      </p:pic>
    </p:spTree>
    <p:extLst>
      <p:ext uri="{BB962C8B-B14F-4D97-AF65-F5344CB8AC3E}">
        <p14:creationId xmlns:p14="http://schemas.microsoft.com/office/powerpoint/2010/main" val="2124057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4B531-0F7B-1547-AF6D-DE0C367BABD4}"/>
              </a:ext>
            </a:extLst>
          </p:cNvPr>
          <p:cNvSpPr>
            <a:spLocks noGrp="1"/>
          </p:cNvSpPr>
          <p:nvPr>
            <p:ph type="dt" sz="half" idx="18"/>
          </p:nvPr>
        </p:nvSpPr>
        <p:spPr/>
        <p:txBody>
          <a:bodyPr/>
          <a:lstStyle/>
          <a:p>
            <a:fld id="{CD19E2CA-7A22-2A47-87A7-154317480B32}" type="datetime4">
              <a:rPr lang="en-US" smtClean="0"/>
              <a:t>May 3, 2026</a:t>
            </a:fld>
            <a:endParaRPr lang="en-US" dirty="0"/>
          </a:p>
        </p:txBody>
      </p:sp>
      <p:sp>
        <p:nvSpPr>
          <p:cNvPr id="3" name="Slide Number Placeholder 2">
            <a:extLst>
              <a:ext uri="{FF2B5EF4-FFF2-40B4-BE49-F238E27FC236}">
                <a16:creationId xmlns:a16="http://schemas.microsoft.com/office/drawing/2014/main" id="{4F727CC1-6055-134F-AE25-C68C4A9ED0E9}"/>
              </a:ext>
            </a:extLst>
          </p:cNvPr>
          <p:cNvSpPr>
            <a:spLocks noGrp="1"/>
          </p:cNvSpPr>
          <p:nvPr>
            <p:ph type="sldNum" sz="quarter" idx="19"/>
          </p:nvPr>
        </p:nvSpPr>
        <p:spPr/>
        <p:txBody>
          <a:bodyPr/>
          <a:lstStyle/>
          <a:p>
            <a:fld id="{B6238B5B-F19C-E947-A0BC-87BD7983F871}" type="slidenum">
              <a:rPr lang="en-US" smtClean="0"/>
              <a:pPr/>
              <a:t>7</a:t>
            </a:fld>
            <a:endParaRPr lang="en-US" dirty="0"/>
          </a:p>
        </p:txBody>
      </p:sp>
    </p:spTree>
    <p:extLst>
      <p:ext uri="{BB962C8B-B14F-4D97-AF65-F5344CB8AC3E}">
        <p14:creationId xmlns:p14="http://schemas.microsoft.com/office/powerpoint/2010/main" val="3957756992"/>
      </p:ext>
    </p:extLst>
  </p:cSld>
  <p:clrMapOvr>
    <a:masterClrMapping/>
  </p:clrMapOvr>
</p:sld>
</file>

<file path=ppt/theme/theme1.xml><?xml version="1.0" encoding="utf-8"?>
<a:theme xmlns:a="http://schemas.openxmlformats.org/drawingml/2006/main" name="presentation-01-light">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1" id="{3E04E8B8-11FA-E649-9371-C7E26FFEAA93}" vid="{F579B5EC-11F9-A448-A60F-FC626C1FC18E}"/>
    </a:ext>
  </a:extLst>
</a:theme>
</file>

<file path=ppt/theme/theme2.xml><?xml version="1.0" encoding="utf-8"?>
<a:theme xmlns:a="http://schemas.openxmlformats.org/drawingml/2006/main" name="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E04E8B8-11FA-E649-9371-C7E26FFEAA93}" vid="{088CCEDB-8790-5B4F-BA1F-7A08D2F1B03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presentation-01-light</Template>
  <TotalTime>151</TotalTime>
  <Words>109</Words>
  <Application>Microsoft Macintosh PowerPoint</Application>
  <PresentationFormat>On-screen Show (16:9)</PresentationFormat>
  <Paragraphs>26</Paragraphs>
  <Slides>7</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Arial</vt:lpstr>
      <vt:lpstr>Calibri</vt:lpstr>
      <vt:lpstr>Helvetica</vt:lpstr>
      <vt:lpstr>Helvetica Regular</vt:lpstr>
      <vt:lpstr>presentation-01-light</vt:lpstr>
      <vt:lpstr>presentation-01-dark</vt:lpstr>
      <vt:lpstr>PowerPoint Presentation</vt:lpstr>
      <vt:lpstr>Motivation</vt:lpstr>
      <vt:lpstr>Data Collection Approach &amp; Progress</vt:lpstr>
      <vt:lpstr>Exploratory Data Analysis</vt:lpstr>
      <vt:lpstr>Proposed Modeling Approaches</vt:lpstr>
      <vt:lpstr>Timeline &amp; Milestones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Cardoza, Katherine</dc:creator>
  <cp:lastModifiedBy>Mark Wang</cp:lastModifiedBy>
  <cp:revision>6</cp:revision>
  <dcterms:created xsi:type="dcterms:W3CDTF">2024-08-09T18:28:47Z</dcterms:created>
  <dcterms:modified xsi:type="dcterms:W3CDTF">2026-05-04T01:30:33Z</dcterms:modified>
</cp:coreProperties>
</file>